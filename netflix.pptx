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59" r:id="rId6"/>
    <p:sldId id="260" r:id="rId7"/>
    <p:sldId id="261" r:id="rId8"/>
    <p:sldId id="262" r:id="rId9"/>
    <p:sldId id="263" r:id="rId10"/>
    <p:sldId id="264" r:id="rId11"/>
    <p:sldId id="269" r:id="rId12"/>
    <p:sldId id="268" r:id="rId13"/>
    <p:sldId id="275" r:id="rId14"/>
    <p:sldId id="276" r:id="rId15"/>
    <p:sldId id="274" r:id="rId16"/>
    <p:sldId id="265" r:id="rId17"/>
  </p:sldIdLst>
  <p:sldSz cx="18288000" cy="10287000"/>
  <p:notesSz cx="6858000" cy="9144000"/>
  <p:embeddedFontLst>
    <p:embeddedFont>
      <p:font typeface="Arial Black" pitchFamily="34" charset="0"/>
      <p:bold r:id="rId18"/>
    </p:embeddedFont>
    <p:embeddedFont>
      <p:font typeface="TT Fors" charset="0"/>
      <p:regular r:id="rId19"/>
    </p:embeddedFont>
    <p:embeddedFont>
      <p:font typeface="Calibri" pitchFamily="34" charset="0"/>
      <p:regular r:id="rId20"/>
      <p:bold r:id="rId21"/>
      <p:italic r:id="rId22"/>
      <p:boldItalic r:id="rId23"/>
    </p:embeddedFont>
    <p:embeddedFont>
      <p:font typeface="Bahnschrift SemiBold" pitchFamily="34" charset="0"/>
      <p:bold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2100"/>
    <a:srgbClr val="3F322E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-776" y="-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0.png"/><Relationship Id="rId3" Type="http://schemas.openxmlformats.org/officeDocument/2006/relationships/image" Target="../media/image6.svg"/><Relationship Id="rId7" Type="http://schemas.openxmlformats.org/officeDocument/2006/relationships/image" Target="../media/image14.svg"/><Relationship Id="rId12" Type="http://schemas.openxmlformats.org/officeDocument/2006/relationships/image" Target="../media/image19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6.svg"/><Relationship Id="rId7" Type="http://schemas.openxmlformats.org/officeDocument/2006/relationships/image" Target="../media/image1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0.png"/><Relationship Id="rId5" Type="http://schemas.openxmlformats.org/officeDocument/2006/relationships/image" Target="../media/image19.svg"/><Relationship Id="rId10" Type="http://schemas.openxmlformats.org/officeDocument/2006/relationships/image" Target="../media/image12.svg"/><Relationship Id="rId4" Type="http://schemas.openxmlformats.org/officeDocument/2006/relationships/image" Target="../media/image9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svg"/><Relationship Id="rId7" Type="http://schemas.openxmlformats.org/officeDocument/2006/relationships/image" Target="../media/image1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0.png"/><Relationship Id="rId5" Type="http://schemas.openxmlformats.org/officeDocument/2006/relationships/image" Target="../media/image19.sv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0.png"/><Relationship Id="rId5" Type="http://schemas.openxmlformats.org/officeDocument/2006/relationships/image" Target="../media/image14.sv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0.png"/><Relationship Id="rId5" Type="http://schemas.openxmlformats.org/officeDocument/2006/relationships/image" Target="../media/image14.sv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0.png"/><Relationship Id="rId5" Type="http://schemas.openxmlformats.org/officeDocument/2006/relationships/image" Target="../media/image14.sv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0.png"/><Relationship Id="rId5" Type="http://schemas.openxmlformats.org/officeDocument/2006/relationships/image" Target="../media/image14.sv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0.png"/><Relationship Id="rId5" Type="http://schemas.openxmlformats.org/officeDocument/2006/relationships/image" Target="../media/image14.sv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0.png"/><Relationship Id="rId5" Type="http://schemas.openxmlformats.org/officeDocument/2006/relationships/image" Target="../media/image14.sv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0.png"/><Relationship Id="rId5" Type="http://schemas.openxmlformats.org/officeDocument/2006/relationships/image" Target="../media/image14.sv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0.png"/><Relationship Id="rId5" Type="http://schemas.openxmlformats.org/officeDocument/2006/relationships/image" Target="../media/image14.sv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0.png"/><Relationship Id="rId5" Type="http://schemas.openxmlformats.org/officeDocument/2006/relationships/image" Target="../media/image14.sv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0.png"/><Relationship Id="rId5" Type="http://schemas.openxmlformats.org/officeDocument/2006/relationships/image" Target="../media/image14.sv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6.sv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0.png"/><Relationship Id="rId5" Type="http://schemas.openxmlformats.org/officeDocument/2006/relationships/image" Target="../media/image14.svg"/><Relationship Id="rId10" Type="http://schemas.openxmlformats.org/officeDocument/2006/relationships/image" Target="../media/image12.svg"/><Relationship Id="rId4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-477320">
            <a:off x="-795196" y="336509"/>
            <a:ext cx="18977927" cy="8625468"/>
            <a:chOff x="0" y="0"/>
            <a:chExt cx="7620000" cy="3463290"/>
          </a:xfrm>
        </p:grpSpPr>
        <p:sp>
          <p:nvSpPr>
            <p:cNvPr id="3" name="Freeform 3"/>
            <p:cNvSpPr/>
            <p:nvPr/>
          </p:nvSpPr>
          <p:spPr>
            <a:xfrm>
              <a:off x="466090" y="466090"/>
              <a:ext cx="6687820" cy="2531110"/>
            </a:xfrm>
            <a:custGeom>
              <a:avLst/>
              <a:gdLst/>
              <a:ahLst/>
              <a:cxnLst/>
              <a:rect l="l" t="t" r="r" b="b"/>
              <a:pathLst>
                <a:path w="6687820" h="2531110">
                  <a:moveTo>
                    <a:pt x="0" y="0"/>
                  </a:moveTo>
                  <a:lnTo>
                    <a:pt x="0" y="2531110"/>
                  </a:lnTo>
                  <a:lnTo>
                    <a:pt x="6687820" y="2531110"/>
                  </a:lnTo>
                  <a:lnTo>
                    <a:pt x="6687820" y="0"/>
                  </a:ln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7620000" cy="3462020"/>
            </a:xfrm>
            <a:custGeom>
              <a:avLst/>
              <a:gdLst/>
              <a:ahLst/>
              <a:cxnLst/>
              <a:rect l="l" t="t" r="r" b="b"/>
              <a:pathLst>
                <a:path w="7620000" h="3462020">
                  <a:moveTo>
                    <a:pt x="388620" y="388620"/>
                  </a:moveTo>
                  <a:lnTo>
                    <a:pt x="388620" y="3074670"/>
                  </a:lnTo>
                  <a:lnTo>
                    <a:pt x="7231380" y="3074670"/>
                  </a:lnTo>
                  <a:lnTo>
                    <a:pt x="7231380" y="388620"/>
                  </a:lnTo>
                  <a:lnTo>
                    <a:pt x="388620" y="388620"/>
                  </a:lnTo>
                  <a:close/>
                  <a:moveTo>
                    <a:pt x="201930" y="0"/>
                  </a:moveTo>
                  <a:lnTo>
                    <a:pt x="490220" y="0"/>
                  </a:lnTo>
                  <a:cubicBezTo>
                    <a:pt x="490220" y="111760"/>
                    <a:pt x="580390" y="201930"/>
                    <a:pt x="692150" y="201930"/>
                  </a:cubicBezTo>
                  <a:cubicBezTo>
                    <a:pt x="803910" y="201930"/>
                    <a:pt x="895350" y="111760"/>
                    <a:pt x="895350" y="0"/>
                  </a:cubicBezTo>
                  <a:lnTo>
                    <a:pt x="1183640" y="0"/>
                  </a:lnTo>
                  <a:cubicBezTo>
                    <a:pt x="1183640" y="111760"/>
                    <a:pt x="1273810" y="201930"/>
                    <a:pt x="1385570" y="201930"/>
                  </a:cubicBezTo>
                  <a:cubicBezTo>
                    <a:pt x="1497330" y="201930"/>
                    <a:pt x="1587500" y="111760"/>
                    <a:pt x="1587500" y="0"/>
                  </a:cubicBezTo>
                  <a:lnTo>
                    <a:pt x="1875790" y="0"/>
                  </a:lnTo>
                  <a:cubicBezTo>
                    <a:pt x="1875790" y="111760"/>
                    <a:pt x="1965960" y="201930"/>
                    <a:pt x="2077720" y="201930"/>
                  </a:cubicBezTo>
                  <a:cubicBezTo>
                    <a:pt x="2189480" y="201930"/>
                    <a:pt x="2279650" y="111760"/>
                    <a:pt x="2279650" y="0"/>
                  </a:cubicBezTo>
                  <a:lnTo>
                    <a:pt x="2567940" y="0"/>
                  </a:lnTo>
                  <a:cubicBezTo>
                    <a:pt x="2567940" y="111760"/>
                    <a:pt x="2658110" y="201930"/>
                    <a:pt x="2769870" y="201930"/>
                  </a:cubicBezTo>
                  <a:cubicBezTo>
                    <a:pt x="2881630" y="201930"/>
                    <a:pt x="2973070" y="111760"/>
                    <a:pt x="2973070" y="0"/>
                  </a:cubicBezTo>
                  <a:lnTo>
                    <a:pt x="3261360" y="0"/>
                  </a:lnTo>
                  <a:cubicBezTo>
                    <a:pt x="3261360" y="111760"/>
                    <a:pt x="3351530" y="201930"/>
                    <a:pt x="3463290" y="201930"/>
                  </a:cubicBezTo>
                  <a:cubicBezTo>
                    <a:pt x="3575050" y="201930"/>
                    <a:pt x="3665220" y="111760"/>
                    <a:pt x="3665220" y="0"/>
                  </a:cubicBezTo>
                  <a:lnTo>
                    <a:pt x="3953510" y="0"/>
                  </a:lnTo>
                  <a:cubicBezTo>
                    <a:pt x="3953510" y="111760"/>
                    <a:pt x="4043680" y="201930"/>
                    <a:pt x="4155440" y="201930"/>
                  </a:cubicBezTo>
                  <a:cubicBezTo>
                    <a:pt x="4267200" y="201930"/>
                    <a:pt x="4357370" y="111760"/>
                    <a:pt x="4357370" y="0"/>
                  </a:cubicBezTo>
                  <a:lnTo>
                    <a:pt x="4645660" y="0"/>
                  </a:lnTo>
                  <a:cubicBezTo>
                    <a:pt x="4645660" y="111760"/>
                    <a:pt x="4735830" y="201930"/>
                    <a:pt x="4847590" y="201930"/>
                  </a:cubicBezTo>
                  <a:cubicBezTo>
                    <a:pt x="4959350" y="201930"/>
                    <a:pt x="5049520" y="111760"/>
                    <a:pt x="5049520" y="0"/>
                  </a:cubicBezTo>
                  <a:lnTo>
                    <a:pt x="5337810" y="0"/>
                  </a:lnTo>
                  <a:cubicBezTo>
                    <a:pt x="5337810" y="111760"/>
                    <a:pt x="5427980" y="201930"/>
                    <a:pt x="5539740" y="201930"/>
                  </a:cubicBezTo>
                  <a:cubicBezTo>
                    <a:pt x="5651500" y="201930"/>
                    <a:pt x="5741670" y="111760"/>
                    <a:pt x="5741670" y="0"/>
                  </a:cubicBezTo>
                  <a:lnTo>
                    <a:pt x="6032500" y="0"/>
                  </a:lnTo>
                  <a:cubicBezTo>
                    <a:pt x="6032500" y="111760"/>
                    <a:pt x="6122670" y="201930"/>
                    <a:pt x="6234430" y="201930"/>
                  </a:cubicBezTo>
                  <a:cubicBezTo>
                    <a:pt x="6346190" y="201930"/>
                    <a:pt x="6436360" y="111760"/>
                    <a:pt x="6436360" y="0"/>
                  </a:cubicBezTo>
                  <a:lnTo>
                    <a:pt x="6724650" y="0"/>
                  </a:lnTo>
                  <a:cubicBezTo>
                    <a:pt x="6724650" y="111760"/>
                    <a:pt x="6814820" y="201930"/>
                    <a:pt x="6926580" y="201930"/>
                  </a:cubicBezTo>
                  <a:cubicBezTo>
                    <a:pt x="7038341" y="201930"/>
                    <a:pt x="7128510" y="111760"/>
                    <a:pt x="7128510" y="0"/>
                  </a:cubicBezTo>
                  <a:lnTo>
                    <a:pt x="7416800" y="0"/>
                  </a:lnTo>
                  <a:cubicBezTo>
                    <a:pt x="7416800" y="111760"/>
                    <a:pt x="7506970" y="201930"/>
                    <a:pt x="7618730" y="201930"/>
                  </a:cubicBezTo>
                  <a:lnTo>
                    <a:pt x="7618730" y="490220"/>
                  </a:lnTo>
                  <a:cubicBezTo>
                    <a:pt x="7506970" y="490220"/>
                    <a:pt x="7416800" y="580390"/>
                    <a:pt x="7416800" y="692150"/>
                  </a:cubicBezTo>
                  <a:cubicBezTo>
                    <a:pt x="7416800" y="803910"/>
                    <a:pt x="7506970" y="894080"/>
                    <a:pt x="7618730" y="894080"/>
                  </a:cubicBezTo>
                  <a:lnTo>
                    <a:pt x="7618730" y="1182370"/>
                  </a:lnTo>
                  <a:cubicBezTo>
                    <a:pt x="7506970" y="1182370"/>
                    <a:pt x="7416800" y="1272540"/>
                    <a:pt x="7416800" y="1384300"/>
                  </a:cubicBezTo>
                  <a:cubicBezTo>
                    <a:pt x="7416800" y="1496060"/>
                    <a:pt x="7508240" y="1587500"/>
                    <a:pt x="7620000" y="1587500"/>
                  </a:cubicBezTo>
                  <a:lnTo>
                    <a:pt x="7620000" y="1875790"/>
                  </a:lnTo>
                  <a:cubicBezTo>
                    <a:pt x="7508240" y="1875790"/>
                    <a:pt x="7418070" y="1965960"/>
                    <a:pt x="7418070" y="2077720"/>
                  </a:cubicBezTo>
                  <a:cubicBezTo>
                    <a:pt x="7418070" y="2189480"/>
                    <a:pt x="7508239" y="2279650"/>
                    <a:pt x="7620000" y="2279650"/>
                  </a:cubicBezTo>
                  <a:lnTo>
                    <a:pt x="7620000" y="2567940"/>
                  </a:lnTo>
                  <a:cubicBezTo>
                    <a:pt x="7508240" y="2567940"/>
                    <a:pt x="7418070" y="2658110"/>
                    <a:pt x="7418070" y="2769870"/>
                  </a:cubicBezTo>
                  <a:cubicBezTo>
                    <a:pt x="7418070" y="2881630"/>
                    <a:pt x="7508240" y="2971800"/>
                    <a:pt x="7620000" y="2971800"/>
                  </a:cubicBezTo>
                  <a:lnTo>
                    <a:pt x="7620000" y="3260090"/>
                  </a:lnTo>
                  <a:cubicBezTo>
                    <a:pt x="7508240" y="3260090"/>
                    <a:pt x="7418070" y="3350260"/>
                    <a:pt x="7418070" y="3462020"/>
                  </a:cubicBezTo>
                  <a:lnTo>
                    <a:pt x="7129780" y="3462020"/>
                  </a:lnTo>
                  <a:cubicBezTo>
                    <a:pt x="7129780" y="3350260"/>
                    <a:pt x="7039610" y="3260090"/>
                    <a:pt x="6927849" y="3260090"/>
                  </a:cubicBezTo>
                  <a:cubicBezTo>
                    <a:pt x="6816089" y="3260090"/>
                    <a:pt x="6725919" y="3350260"/>
                    <a:pt x="6725919" y="3462020"/>
                  </a:cubicBezTo>
                  <a:lnTo>
                    <a:pt x="6437629" y="3462020"/>
                  </a:lnTo>
                  <a:cubicBezTo>
                    <a:pt x="6437629" y="3350260"/>
                    <a:pt x="6347459" y="3260090"/>
                    <a:pt x="6235699" y="3260090"/>
                  </a:cubicBezTo>
                  <a:cubicBezTo>
                    <a:pt x="6123939" y="3260090"/>
                    <a:pt x="6033769" y="3350260"/>
                    <a:pt x="6033769" y="3462020"/>
                  </a:cubicBezTo>
                  <a:lnTo>
                    <a:pt x="5745479" y="3462020"/>
                  </a:lnTo>
                  <a:cubicBezTo>
                    <a:pt x="5745479" y="3350260"/>
                    <a:pt x="5655309" y="3260090"/>
                    <a:pt x="5543549" y="3260090"/>
                  </a:cubicBezTo>
                  <a:cubicBezTo>
                    <a:pt x="5431789" y="3260090"/>
                    <a:pt x="5341619" y="3350260"/>
                    <a:pt x="5341619" y="3462020"/>
                  </a:cubicBezTo>
                  <a:lnTo>
                    <a:pt x="5053329" y="3462020"/>
                  </a:lnTo>
                  <a:cubicBezTo>
                    <a:pt x="5053329" y="3350260"/>
                    <a:pt x="4963159" y="3260090"/>
                    <a:pt x="4851399" y="3260090"/>
                  </a:cubicBezTo>
                  <a:cubicBezTo>
                    <a:pt x="4739639" y="3260090"/>
                    <a:pt x="4649469" y="3350260"/>
                    <a:pt x="4649469" y="3462020"/>
                  </a:cubicBezTo>
                  <a:lnTo>
                    <a:pt x="4361179" y="3462020"/>
                  </a:lnTo>
                  <a:cubicBezTo>
                    <a:pt x="4361179" y="3350260"/>
                    <a:pt x="4271009" y="3260090"/>
                    <a:pt x="4159249" y="3260090"/>
                  </a:cubicBezTo>
                  <a:cubicBezTo>
                    <a:pt x="4047489" y="3260090"/>
                    <a:pt x="3957319" y="3350260"/>
                    <a:pt x="3957319" y="3462020"/>
                  </a:cubicBezTo>
                  <a:lnTo>
                    <a:pt x="3669029" y="3462020"/>
                  </a:lnTo>
                  <a:cubicBezTo>
                    <a:pt x="3669029" y="3350260"/>
                    <a:pt x="3578859" y="3260090"/>
                    <a:pt x="3467099" y="3260090"/>
                  </a:cubicBezTo>
                  <a:cubicBezTo>
                    <a:pt x="3355339" y="3260090"/>
                    <a:pt x="3265169" y="3350260"/>
                    <a:pt x="3265169" y="3462020"/>
                  </a:cubicBezTo>
                  <a:lnTo>
                    <a:pt x="2976879" y="3462020"/>
                  </a:lnTo>
                  <a:cubicBezTo>
                    <a:pt x="2976879" y="3350260"/>
                    <a:pt x="2886709" y="3260090"/>
                    <a:pt x="2774949" y="3260090"/>
                  </a:cubicBezTo>
                  <a:cubicBezTo>
                    <a:pt x="2663189" y="3260090"/>
                    <a:pt x="2573019" y="3350260"/>
                    <a:pt x="2573019" y="3462020"/>
                  </a:cubicBezTo>
                  <a:lnTo>
                    <a:pt x="2284729" y="3462020"/>
                  </a:lnTo>
                  <a:cubicBezTo>
                    <a:pt x="2284729" y="3350260"/>
                    <a:pt x="2194559" y="3260090"/>
                    <a:pt x="2082799" y="3260090"/>
                  </a:cubicBezTo>
                  <a:cubicBezTo>
                    <a:pt x="1971039" y="3260090"/>
                    <a:pt x="1880869" y="3350260"/>
                    <a:pt x="1880869" y="3462020"/>
                  </a:cubicBezTo>
                  <a:lnTo>
                    <a:pt x="1587500" y="3462020"/>
                  </a:lnTo>
                  <a:cubicBezTo>
                    <a:pt x="1587500" y="3350260"/>
                    <a:pt x="1497330" y="3260090"/>
                    <a:pt x="1385570" y="3260090"/>
                  </a:cubicBezTo>
                  <a:cubicBezTo>
                    <a:pt x="1273810" y="3260090"/>
                    <a:pt x="1183640" y="3350260"/>
                    <a:pt x="1183640" y="3462020"/>
                  </a:cubicBezTo>
                  <a:lnTo>
                    <a:pt x="895350" y="3462020"/>
                  </a:lnTo>
                  <a:cubicBezTo>
                    <a:pt x="895350" y="3350260"/>
                    <a:pt x="805180" y="3260090"/>
                    <a:pt x="693420" y="3260090"/>
                  </a:cubicBezTo>
                  <a:cubicBezTo>
                    <a:pt x="581660" y="3260090"/>
                    <a:pt x="491490" y="3350260"/>
                    <a:pt x="491490" y="3462020"/>
                  </a:cubicBezTo>
                  <a:lnTo>
                    <a:pt x="201930" y="3462020"/>
                  </a:lnTo>
                  <a:cubicBezTo>
                    <a:pt x="201930" y="3350260"/>
                    <a:pt x="111760" y="3260090"/>
                    <a:pt x="0" y="3260090"/>
                  </a:cubicBezTo>
                  <a:lnTo>
                    <a:pt x="0" y="2971800"/>
                  </a:lnTo>
                  <a:cubicBezTo>
                    <a:pt x="111760" y="2971800"/>
                    <a:pt x="201930" y="2881630"/>
                    <a:pt x="201930" y="2769870"/>
                  </a:cubicBezTo>
                  <a:cubicBezTo>
                    <a:pt x="201930" y="2658110"/>
                    <a:pt x="111760" y="2567940"/>
                    <a:pt x="0" y="2567940"/>
                  </a:cubicBezTo>
                  <a:lnTo>
                    <a:pt x="0" y="2279650"/>
                  </a:lnTo>
                  <a:cubicBezTo>
                    <a:pt x="111760" y="2279650"/>
                    <a:pt x="201930" y="2189480"/>
                    <a:pt x="201930" y="2077720"/>
                  </a:cubicBezTo>
                  <a:cubicBezTo>
                    <a:pt x="201930" y="1965960"/>
                    <a:pt x="111760" y="1875790"/>
                    <a:pt x="0" y="1875790"/>
                  </a:cubicBezTo>
                  <a:lnTo>
                    <a:pt x="0" y="1587500"/>
                  </a:lnTo>
                  <a:cubicBezTo>
                    <a:pt x="111760" y="1587500"/>
                    <a:pt x="201930" y="1497330"/>
                    <a:pt x="201930" y="1385570"/>
                  </a:cubicBezTo>
                  <a:cubicBezTo>
                    <a:pt x="201930" y="1273810"/>
                    <a:pt x="111760" y="1183640"/>
                    <a:pt x="0" y="1183640"/>
                  </a:cubicBezTo>
                  <a:lnTo>
                    <a:pt x="0" y="895350"/>
                  </a:lnTo>
                  <a:cubicBezTo>
                    <a:pt x="111760" y="895350"/>
                    <a:pt x="201930" y="805180"/>
                    <a:pt x="201930" y="693420"/>
                  </a:cubicBezTo>
                  <a:cubicBezTo>
                    <a:pt x="201930" y="581660"/>
                    <a:pt x="111760" y="490220"/>
                    <a:pt x="0" y="490220"/>
                  </a:cubicBezTo>
                  <a:lnTo>
                    <a:pt x="0" y="201930"/>
                  </a:lnTo>
                  <a:cubicBezTo>
                    <a:pt x="111760" y="201930"/>
                    <a:pt x="201930" y="111760"/>
                    <a:pt x="201930" y="0"/>
                  </a:cubicBezTo>
                  <a:close/>
                </a:path>
              </a:pathLst>
            </a:custGeom>
            <a:solidFill>
              <a:srgbClr val="FFBE24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370840" y="370840"/>
              <a:ext cx="6878320" cy="2721610"/>
            </a:xfrm>
            <a:custGeom>
              <a:avLst/>
              <a:gdLst/>
              <a:ahLst/>
              <a:cxnLst/>
              <a:rect l="l" t="t" r="r" b="b"/>
              <a:pathLst>
                <a:path w="6878320" h="2721610">
                  <a:moveTo>
                    <a:pt x="0" y="0"/>
                  </a:moveTo>
                  <a:lnTo>
                    <a:pt x="0" y="2721610"/>
                  </a:lnTo>
                  <a:lnTo>
                    <a:pt x="6878320" y="2721610"/>
                  </a:lnTo>
                  <a:lnTo>
                    <a:pt x="6878320" y="0"/>
                  </a:lnTo>
                  <a:lnTo>
                    <a:pt x="0" y="0"/>
                  </a:lnTo>
                  <a:close/>
                  <a:moveTo>
                    <a:pt x="113030" y="2608580"/>
                  </a:moveTo>
                  <a:lnTo>
                    <a:pt x="113030" y="113030"/>
                  </a:lnTo>
                  <a:lnTo>
                    <a:pt x="6765290" y="113030"/>
                  </a:lnTo>
                  <a:lnTo>
                    <a:pt x="6765290" y="2608580"/>
                  </a:lnTo>
                  <a:lnTo>
                    <a:pt x="113030" y="2608580"/>
                  </a:lnTo>
                  <a:close/>
                </a:path>
              </a:pathLst>
            </a:custGeom>
            <a:solidFill>
              <a:srgbClr val="D64946"/>
            </a:solidFill>
          </p:spPr>
        </p:sp>
      </p:grpSp>
      <p:sp>
        <p:nvSpPr>
          <p:cNvPr id="6" name="Freeform 6"/>
          <p:cNvSpPr/>
          <p:nvPr/>
        </p:nvSpPr>
        <p:spPr>
          <a:xfrm rot="-638964">
            <a:off x="138013" y="-495875"/>
            <a:ext cx="3242321" cy="3547481"/>
          </a:xfrm>
          <a:custGeom>
            <a:avLst/>
            <a:gdLst/>
            <a:ahLst/>
            <a:cxnLst/>
            <a:rect l="l" t="t" r="r" b="b"/>
            <a:pathLst>
              <a:path w="3242321" h="3547481">
                <a:moveTo>
                  <a:pt x="0" y="0"/>
                </a:moveTo>
                <a:lnTo>
                  <a:pt x="3242321" y="0"/>
                </a:lnTo>
                <a:lnTo>
                  <a:pt x="3242321" y="3547481"/>
                </a:lnTo>
                <a:lnTo>
                  <a:pt x="0" y="3547481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130725" y="5559789"/>
            <a:ext cx="4789404" cy="5354009"/>
          </a:xfrm>
          <a:custGeom>
            <a:avLst/>
            <a:gdLst/>
            <a:ahLst/>
            <a:cxnLst/>
            <a:rect l="l" t="t" r="r" b="b"/>
            <a:pathLst>
              <a:path w="4789404" h="5354009">
                <a:moveTo>
                  <a:pt x="0" y="0"/>
                </a:moveTo>
                <a:lnTo>
                  <a:pt x="4789405" y="0"/>
                </a:lnTo>
                <a:lnTo>
                  <a:pt x="4789405" y="5354008"/>
                </a:lnTo>
                <a:lnTo>
                  <a:pt x="0" y="535400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596555" y="-622841"/>
            <a:ext cx="3325491" cy="3303082"/>
          </a:xfrm>
          <a:custGeom>
            <a:avLst/>
            <a:gdLst/>
            <a:ahLst/>
            <a:cxnLst/>
            <a:rect l="l" t="t" r="r" b="b"/>
            <a:pathLst>
              <a:path w="3325491" h="3303082">
                <a:moveTo>
                  <a:pt x="0" y="0"/>
                </a:moveTo>
                <a:lnTo>
                  <a:pt x="3325490" y="0"/>
                </a:lnTo>
                <a:lnTo>
                  <a:pt x="3325490" y="3303082"/>
                </a:lnTo>
                <a:lnTo>
                  <a:pt x="0" y="3303082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72361">
            <a:off x="379007" y="7491784"/>
            <a:ext cx="3860862" cy="2899523"/>
          </a:xfrm>
          <a:custGeom>
            <a:avLst/>
            <a:gdLst/>
            <a:ahLst/>
            <a:cxnLst/>
            <a:rect l="l" t="t" r="r" b="b"/>
            <a:pathLst>
              <a:path w="3860862" h="2899523">
                <a:moveTo>
                  <a:pt x="0" y="0"/>
                </a:moveTo>
                <a:lnTo>
                  <a:pt x="3860862" y="0"/>
                </a:lnTo>
                <a:lnTo>
                  <a:pt x="3860862" y="2899523"/>
                </a:lnTo>
                <a:lnTo>
                  <a:pt x="0" y="2899523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print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10531634" y="6473224"/>
            <a:ext cx="2800799" cy="4559580"/>
          </a:xfrm>
          <a:custGeom>
            <a:avLst/>
            <a:gdLst/>
            <a:ahLst/>
            <a:cxnLst/>
            <a:rect l="l" t="t" r="r" b="b"/>
            <a:pathLst>
              <a:path w="2800799" h="4559580">
                <a:moveTo>
                  <a:pt x="0" y="0"/>
                </a:moveTo>
                <a:lnTo>
                  <a:pt x="2800798" y="0"/>
                </a:lnTo>
                <a:lnTo>
                  <a:pt x="2800798" y="4559580"/>
                </a:lnTo>
                <a:lnTo>
                  <a:pt x="0" y="4559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 cstate="print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 rot="-480313">
            <a:off x="1764956" y="3322960"/>
            <a:ext cx="13889623" cy="234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6"/>
              </a:lnSpc>
            </a:pPr>
            <a:r>
              <a:rPr lang="en-IN" sz="16996" dirty="0" smtClean="0">
                <a:solidFill>
                  <a:srgbClr val="713935"/>
                </a:solidFill>
                <a:latin typeface="Arial Black" pitchFamily="34" charset="0"/>
                <a:ea typeface="Berthold Block"/>
                <a:cs typeface="Berthold Block"/>
                <a:sym typeface="Berthold Block"/>
              </a:rPr>
              <a:t>NETFLIX</a:t>
            </a:r>
            <a:endParaRPr lang="en-US" sz="16996" dirty="0">
              <a:solidFill>
                <a:srgbClr val="713935"/>
              </a:solidFill>
              <a:latin typeface="Arial Black" pitchFamily="34" charset="0"/>
              <a:ea typeface="Berthold Block"/>
              <a:cs typeface="Berthold Block"/>
              <a:sym typeface="Berthold Block"/>
            </a:endParaRPr>
          </a:p>
        </p:txBody>
      </p:sp>
      <p:sp>
        <p:nvSpPr>
          <p:cNvPr id="12" name="TextBox 12"/>
          <p:cNvSpPr txBox="1"/>
          <p:nvPr/>
        </p:nvSpPr>
        <p:spPr>
          <a:xfrm rot="-464530">
            <a:off x="4598629" y="5796335"/>
            <a:ext cx="8180268" cy="55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IN" sz="4000" dirty="0" smtClean="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How The Algorithm works</a:t>
            </a:r>
            <a:endParaRPr lang="en-US" sz="4000" dirty="0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61625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print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981200" y="1104900"/>
            <a:ext cx="13156165" cy="84638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0997"/>
              </a:lnSpc>
            </a:pPr>
            <a:r>
              <a:rPr lang="en-IN" sz="4400" b="1" dirty="0" smtClean="0"/>
              <a:t>Problem statement : how does Netflix provide u recommendations and suggestions when u first log in to Netflix and then how does it narrow down its search depending on the user’s watch-time and show or movie of preference </a:t>
            </a:r>
            <a:endParaRPr lang="en-US" sz="4400" b="1" dirty="0" smtClean="0"/>
          </a:p>
          <a:p>
            <a:pPr algn="l">
              <a:lnSpc>
                <a:spcPts val="10997"/>
              </a:lnSpc>
            </a:pPr>
            <a:endParaRPr lang="en-US" sz="10474" dirty="0">
              <a:solidFill>
                <a:srgbClr val="713935"/>
              </a:solidFill>
              <a:latin typeface="Berthold Block"/>
              <a:ea typeface="Berthold Block"/>
              <a:cs typeface="Berthold Block"/>
              <a:sym typeface="Berthold Block"/>
            </a:endParaRPr>
          </a:p>
        </p:txBody>
      </p:sp>
      <p:sp>
        <p:nvSpPr>
          <p:cNvPr id="16" name="Freeform 16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=""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858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print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6000" y="1028700"/>
            <a:ext cx="12192000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7"/>
              </a:lnSpc>
            </a:pPr>
            <a:r>
              <a:rPr lang="en-US" sz="4800" dirty="0" smtClean="0">
                <a:solidFill>
                  <a:srgbClr val="713935"/>
                </a:solidFill>
                <a:latin typeface="Arial Black" pitchFamily="34" charset="0"/>
                <a:ea typeface="Berthold Block"/>
                <a:cs typeface="Berthold Block"/>
                <a:sym typeface="Berthold Block"/>
              </a:rPr>
              <a:t>INITIAL PROFILE BUILDING</a:t>
            </a:r>
            <a:endParaRPr lang="en-US" sz="4800" dirty="0">
              <a:solidFill>
                <a:srgbClr val="713935"/>
              </a:solidFill>
              <a:latin typeface="Arial Black" pitchFamily="34" charset="0"/>
              <a:ea typeface="Berthold Block"/>
              <a:cs typeface="Berthold Block"/>
              <a:sym typeface="Berthold Block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143000" y="2400300"/>
            <a:ext cx="13030200" cy="4985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IN" sz="3600" dirty="0" smtClean="0">
                <a:solidFill>
                  <a:schemeClr val="bg2">
                    <a:lumMod val="10000"/>
                  </a:schemeClr>
                </a:solidFill>
                <a:latin typeface="TT Fors" charset="0"/>
              </a:rPr>
              <a:t>Netflix gets basic information from the user, to provide generic recommendation:</a:t>
            </a:r>
          </a:p>
          <a:p>
            <a:endParaRPr lang="en-US" sz="3600" dirty="0" smtClean="0">
              <a:solidFill>
                <a:schemeClr val="bg2">
                  <a:lumMod val="10000"/>
                </a:schemeClr>
              </a:solidFill>
              <a:latin typeface="TT Fors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en-IN" sz="3600" dirty="0" smtClean="0">
                <a:solidFill>
                  <a:schemeClr val="bg2">
                    <a:lumMod val="10000"/>
                  </a:schemeClr>
                </a:solidFill>
                <a:latin typeface="TT Fors" charset="0"/>
              </a:rPr>
              <a:t>Your taste: Netflix will ask u to select few movies and TV shows according to your liking and preference when u join</a:t>
            </a:r>
          </a:p>
          <a:p>
            <a:pPr lvl="0"/>
            <a:r>
              <a:rPr lang="en-IN" sz="3600" dirty="0" smtClean="0">
                <a:solidFill>
                  <a:schemeClr val="bg2">
                    <a:lumMod val="10000"/>
                  </a:schemeClr>
                </a:solidFill>
                <a:latin typeface="TT Fors" charset="0"/>
              </a:rPr>
              <a:t> </a:t>
            </a:r>
            <a:endParaRPr lang="en-US" sz="3600" dirty="0" smtClean="0">
              <a:solidFill>
                <a:schemeClr val="bg2">
                  <a:lumMod val="10000"/>
                </a:schemeClr>
              </a:solidFill>
              <a:latin typeface="TT Fors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en-IN" sz="3600" dirty="0" smtClean="0">
                <a:solidFill>
                  <a:schemeClr val="bg2">
                    <a:lumMod val="10000"/>
                  </a:schemeClr>
                </a:solidFill>
                <a:latin typeface="TT Fors" charset="0"/>
              </a:rPr>
              <a:t>Your region or location </a:t>
            </a:r>
          </a:p>
          <a:p>
            <a:pPr lvl="0">
              <a:buFont typeface="Wingdings" pitchFamily="2" charset="2"/>
              <a:buChar char="§"/>
            </a:pPr>
            <a:endParaRPr lang="en-US" sz="3600" dirty="0" smtClean="0">
              <a:solidFill>
                <a:schemeClr val="bg2">
                  <a:lumMod val="10000"/>
                </a:schemeClr>
              </a:solidFill>
              <a:latin typeface="TT Fors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en-IN" sz="3600" dirty="0" smtClean="0">
                <a:solidFill>
                  <a:schemeClr val="bg2">
                    <a:lumMod val="10000"/>
                  </a:schemeClr>
                </a:solidFill>
                <a:latin typeface="TT Fors" charset="0"/>
              </a:rPr>
              <a:t>Language preferred etc</a:t>
            </a:r>
            <a:endParaRPr lang="en-US" sz="3600" dirty="0" smtClean="0">
              <a:solidFill>
                <a:schemeClr val="bg2">
                  <a:lumMod val="10000"/>
                </a:schemeClr>
              </a:solidFill>
              <a:latin typeface="TT Fors" charset="0"/>
            </a:endParaRPr>
          </a:p>
        </p:txBody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685800" y="1028700"/>
            <a:ext cx="14675222" cy="8229600"/>
            <a:chOff x="0" y="0"/>
            <a:chExt cx="3865079" cy="2167467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7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8" name="Freeform 5"/>
          <p:cNvSpPr/>
          <p:nvPr/>
        </p:nvSpPr>
        <p:spPr>
          <a:xfrm rot="3230770">
            <a:off x="12820143" y="466739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7"/>
          <p:cNvSpPr/>
          <p:nvPr/>
        </p:nvSpPr>
        <p:spPr>
          <a:xfrm>
            <a:off x="13106400" y="796266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6"/>
          <p:cNvSpPr/>
          <p:nvPr/>
        </p:nvSpPr>
        <p:spPr>
          <a:xfrm rot="964674">
            <a:off x="-495451" y="28690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20172124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0"/>
          <p:cNvSpPr txBox="1"/>
          <p:nvPr/>
        </p:nvSpPr>
        <p:spPr>
          <a:xfrm>
            <a:off x="1143000" y="2400300"/>
            <a:ext cx="13030200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/>
            <a:r>
              <a:rPr lang="en-IN" sz="3600" dirty="0" smtClean="0">
                <a:solidFill>
                  <a:srgbClr val="422100"/>
                </a:solidFill>
                <a:latin typeface="TT Fors" charset="0"/>
              </a:rPr>
              <a:t>based on the very generic data information that Netflix receives when u first join , it will recommend certain shows and movies that are :</a:t>
            </a:r>
          </a:p>
          <a:p>
            <a:pPr lvl="0"/>
            <a:endParaRPr lang="en-US" sz="3600" dirty="0" smtClean="0">
              <a:solidFill>
                <a:srgbClr val="422100"/>
              </a:solidFill>
              <a:latin typeface="TT Fors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en-IN" sz="3600" dirty="0" smtClean="0">
                <a:solidFill>
                  <a:srgbClr val="422100"/>
                </a:solidFill>
                <a:latin typeface="TT Fors" charset="0"/>
              </a:rPr>
              <a:t>Trending</a:t>
            </a:r>
            <a:endParaRPr lang="en-US" sz="3600" dirty="0" smtClean="0">
              <a:solidFill>
                <a:srgbClr val="422100"/>
              </a:solidFill>
              <a:latin typeface="TT Fors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en-IN" sz="3600" dirty="0" smtClean="0">
                <a:solidFill>
                  <a:srgbClr val="422100"/>
                </a:solidFill>
                <a:latin typeface="TT Fors" charset="0"/>
              </a:rPr>
              <a:t>Popular in your area </a:t>
            </a:r>
            <a:endParaRPr lang="en-US" sz="3600" dirty="0" smtClean="0">
              <a:solidFill>
                <a:srgbClr val="422100"/>
              </a:solidFill>
              <a:latin typeface="TT Fors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en-IN" sz="3600" dirty="0" smtClean="0">
                <a:solidFill>
                  <a:srgbClr val="422100"/>
                </a:solidFill>
                <a:latin typeface="TT Fors" charset="0"/>
              </a:rPr>
              <a:t>Critically acclaimed</a:t>
            </a:r>
            <a:endParaRPr lang="en-US" sz="3600" dirty="0" smtClean="0">
              <a:solidFill>
                <a:srgbClr val="422100"/>
              </a:solidFill>
              <a:latin typeface="TT Fors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en-IN" sz="3600" dirty="0" smtClean="0">
                <a:solidFill>
                  <a:srgbClr val="422100"/>
                </a:solidFill>
                <a:latin typeface="TT Fors" charset="0"/>
              </a:rPr>
              <a:t>New releases</a:t>
            </a:r>
            <a:endParaRPr lang="en-US" sz="3600" dirty="0" smtClean="0">
              <a:solidFill>
                <a:srgbClr val="422100"/>
              </a:solidFill>
              <a:latin typeface="TT Fors" charset="0"/>
            </a:endParaRPr>
          </a:p>
          <a:p>
            <a:pPr lvl="0">
              <a:buFont typeface="Wingdings" pitchFamily="2" charset="2"/>
              <a:buChar char="§"/>
            </a:pPr>
            <a:r>
              <a:rPr lang="en-IN" sz="3600" dirty="0" smtClean="0">
                <a:solidFill>
                  <a:srgbClr val="422100"/>
                </a:solidFill>
                <a:latin typeface="TT Fors" charset="0"/>
              </a:rPr>
              <a:t>Popular local and global content</a:t>
            </a:r>
            <a:endParaRPr lang="en-US" sz="3600" dirty="0" smtClean="0">
              <a:solidFill>
                <a:srgbClr val="422100"/>
              </a:solidFill>
              <a:latin typeface="TT Fors" charset="0"/>
            </a:endParaRPr>
          </a:p>
          <a:p>
            <a:endParaRPr lang="en-US" sz="3600" dirty="0" smtClean="0">
              <a:solidFill>
                <a:schemeClr val="bg2">
                  <a:lumMod val="10000"/>
                </a:schemeClr>
              </a:solidFill>
              <a:latin typeface="TT For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07635" y="1840863"/>
            <a:ext cx="12698965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7"/>
              </a:lnSpc>
            </a:pPr>
            <a:r>
              <a:rPr lang="en-IN" sz="10474" dirty="0" smtClean="0">
                <a:solidFill>
                  <a:srgbClr val="713935"/>
                </a:solidFill>
                <a:latin typeface="Arial Black" pitchFamily="34" charset="0"/>
                <a:ea typeface="Berthold Block"/>
                <a:cs typeface="Berthold Block"/>
                <a:sym typeface="Berthold Block"/>
              </a:rPr>
              <a:t>Tracking</a:t>
            </a:r>
            <a:r>
              <a:rPr lang="en-IN" sz="10474" dirty="0" smtClean="0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 </a:t>
            </a:r>
            <a:r>
              <a:rPr lang="en-IN" sz="10474" dirty="0" smtClean="0">
                <a:solidFill>
                  <a:srgbClr val="713935"/>
                </a:solidFill>
                <a:latin typeface="Arial Black" pitchFamily="34" charset="0"/>
                <a:ea typeface="Berthold Block"/>
                <a:cs typeface="Berthold Block"/>
                <a:sym typeface="Berthold Block"/>
              </a:rPr>
              <a:t>Data</a:t>
            </a:r>
            <a:endParaRPr lang="en-US" sz="10474" dirty="0">
              <a:solidFill>
                <a:srgbClr val="713935"/>
              </a:solidFill>
              <a:latin typeface="Arial Black" pitchFamily="34" charset="0"/>
              <a:ea typeface="Berthold Block"/>
              <a:cs typeface="Berthold Block"/>
              <a:sym typeface="Berthold Block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905000" y="3162300"/>
            <a:ext cx="11555432" cy="6499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As soon as you start browsing and watching, the algorithm stops guessing and begins tracking implicit data. It narrows your search and updates your homepage on the following bases:</a:t>
            </a:r>
          </a:p>
          <a:p>
            <a:pPr lvl="0"/>
            <a:endParaRPr lang="en-US" sz="3200" dirty="0" smtClean="0">
              <a:solidFill>
                <a:srgbClr val="422100"/>
              </a:solidFill>
              <a:latin typeface="TT Fors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IN" sz="3200" dirty="0" smtClean="0">
                <a:solidFill>
                  <a:srgbClr val="422100"/>
                </a:solidFill>
                <a:latin typeface="TT Fors" charset="0"/>
              </a:rPr>
              <a:t>Movie watched</a:t>
            </a:r>
            <a:endParaRPr lang="en-US" sz="3200" dirty="0" smtClean="0">
              <a:solidFill>
                <a:srgbClr val="422100"/>
              </a:solidFill>
              <a:latin typeface="TT Fors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IN" sz="3200" dirty="0" smtClean="0">
                <a:solidFill>
                  <a:srgbClr val="422100"/>
                </a:solidFill>
                <a:latin typeface="TT Fors" charset="0"/>
              </a:rPr>
              <a:t>Binge behaviour</a:t>
            </a:r>
            <a:endParaRPr lang="en-US" sz="3200" dirty="0" smtClean="0">
              <a:solidFill>
                <a:srgbClr val="422100"/>
              </a:solidFill>
              <a:latin typeface="TT Fors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IN" sz="3200" dirty="0" smtClean="0">
                <a:solidFill>
                  <a:srgbClr val="422100"/>
                </a:solidFill>
                <a:latin typeface="TT Fors" charset="0"/>
              </a:rPr>
              <a:t>Re-watches</a:t>
            </a:r>
            <a:endParaRPr lang="en-US" sz="3200" dirty="0" smtClean="0">
              <a:solidFill>
                <a:srgbClr val="422100"/>
              </a:solidFill>
              <a:latin typeface="TT Fors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IN" sz="3200" dirty="0" smtClean="0">
                <a:solidFill>
                  <a:srgbClr val="422100"/>
                </a:solidFill>
                <a:latin typeface="TT Fors" charset="0"/>
              </a:rPr>
              <a:t>Likes or dislikes</a:t>
            </a:r>
            <a:endParaRPr lang="en-US" sz="3200" dirty="0" smtClean="0">
              <a:solidFill>
                <a:srgbClr val="422100"/>
              </a:solidFill>
              <a:latin typeface="TT Fors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IN" sz="3200" dirty="0" smtClean="0">
                <a:solidFill>
                  <a:srgbClr val="422100"/>
                </a:solidFill>
                <a:latin typeface="TT Fors" charset="0"/>
              </a:rPr>
              <a:t>Skipping after watching the intro </a:t>
            </a:r>
            <a:endParaRPr lang="en-US" sz="3200" dirty="0" smtClean="0">
              <a:solidFill>
                <a:srgbClr val="422100"/>
              </a:solidFill>
              <a:latin typeface="TT Fors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IN" sz="3200" dirty="0" smtClean="0">
                <a:solidFill>
                  <a:srgbClr val="422100"/>
                </a:solidFill>
                <a:latin typeface="TT Fors" charset="0"/>
              </a:rPr>
              <a:t>Completed series </a:t>
            </a:r>
            <a:endParaRPr lang="en-US" sz="3200" dirty="0" smtClean="0">
              <a:solidFill>
                <a:srgbClr val="422100"/>
              </a:solidFill>
              <a:latin typeface="TT Fors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IN" sz="3200" dirty="0" smtClean="0">
                <a:solidFill>
                  <a:srgbClr val="422100"/>
                </a:solidFill>
                <a:latin typeface="TT Fors" charset="0"/>
              </a:rPr>
              <a:t>searching</a:t>
            </a:r>
            <a:endParaRPr lang="en-US" sz="3200" dirty="0" smtClean="0">
              <a:solidFill>
                <a:srgbClr val="422100"/>
              </a:solidFill>
              <a:latin typeface="TT Fors" charset="0"/>
            </a:endParaRPr>
          </a:p>
          <a:p>
            <a:pPr algn="l">
              <a:lnSpc>
                <a:spcPts val="4550"/>
              </a:lnSpc>
            </a:pPr>
            <a:endParaRPr lang="en-US" sz="3500" dirty="0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1" name="Freeform 11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Freeform 8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007635" y="1840863"/>
            <a:ext cx="12927565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7"/>
              </a:lnSpc>
            </a:pPr>
            <a:r>
              <a:rPr lang="en-IN" sz="8000" dirty="0" smtClean="0">
                <a:solidFill>
                  <a:srgbClr val="713935"/>
                </a:solidFill>
                <a:latin typeface="Arial Black" pitchFamily="34" charset="0"/>
                <a:ea typeface="Berthold Block"/>
                <a:cs typeface="Berthold Block"/>
                <a:sym typeface="Berthold Block"/>
              </a:rPr>
              <a:t>Interpretation Of Data</a:t>
            </a:r>
            <a:endParaRPr lang="en-US" sz="8000" dirty="0">
              <a:solidFill>
                <a:srgbClr val="713935"/>
              </a:solidFill>
              <a:latin typeface="Arial Black" pitchFamily="34" charset="0"/>
              <a:ea typeface="Berthold Block"/>
              <a:cs typeface="Berthold Block"/>
              <a:sym typeface="Berthold Block"/>
            </a:endParaRPr>
          </a:p>
        </p:txBody>
      </p:sp>
      <p:sp>
        <p:nvSpPr>
          <p:cNvPr id="14" name="Freeform 14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5"/>
          <p:cNvSpPr txBox="1"/>
          <p:nvPr/>
        </p:nvSpPr>
        <p:spPr>
          <a:xfrm>
            <a:off x="1295400" y="3390900"/>
            <a:ext cx="1249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981200" y="3543300"/>
            <a:ext cx="112014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smtClean="0">
                <a:solidFill>
                  <a:srgbClr val="422100"/>
                </a:solidFill>
                <a:latin typeface="TT Fors" charset="0"/>
              </a:rPr>
              <a:t>The interpretation of Netflix from the above data of the user is:</a:t>
            </a:r>
            <a:endParaRPr lang="en-US" sz="3600" dirty="0" smtClean="0">
              <a:solidFill>
                <a:srgbClr val="422100"/>
              </a:solidFill>
              <a:latin typeface="TT Fors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IN" sz="3600" dirty="0" smtClean="0">
                <a:solidFill>
                  <a:srgbClr val="422100"/>
                </a:solidFill>
                <a:latin typeface="TT Fors" charset="0"/>
              </a:rPr>
              <a:t>Genre preference </a:t>
            </a:r>
            <a:endParaRPr lang="en-US" sz="3600" dirty="0" smtClean="0">
              <a:solidFill>
                <a:srgbClr val="422100"/>
              </a:solidFill>
              <a:latin typeface="TT Fors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IN" sz="3600" dirty="0" smtClean="0">
                <a:solidFill>
                  <a:srgbClr val="422100"/>
                </a:solidFill>
                <a:latin typeface="TT Fors" charset="0"/>
              </a:rPr>
              <a:t>Level of interest</a:t>
            </a:r>
            <a:endParaRPr lang="en-US" sz="3600" dirty="0" smtClean="0">
              <a:solidFill>
                <a:srgbClr val="422100"/>
              </a:solidFill>
              <a:latin typeface="TT Fors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IN" sz="3600" dirty="0" smtClean="0">
                <a:solidFill>
                  <a:srgbClr val="422100"/>
                </a:solidFill>
                <a:latin typeface="TT Fors" charset="0"/>
              </a:rPr>
              <a:t>Strong liking </a:t>
            </a:r>
            <a:endParaRPr lang="en-US" sz="3600" dirty="0" smtClean="0">
              <a:solidFill>
                <a:srgbClr val="422100"/>
              </a:solidFill>
              <a:latin typeface="TT Fors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IN" sz="3600" dirty="0" smtClean="0">
                <a:solidFill>
                  <a:srgbClr val="422100"/>
                </a:solidFill>
                <a:latin typeface="TT Fors" charset="0"/>
              </a:rPr>
              <a:t>Feedback </a:t>
            </a:r>
            <a:endParaRPr lang="en-US" sz="3600" dirty="0" smtClean="0">
              <a:solidFill>
                <a:srgbClr val="422100"/>
              </a:solidFill>
              <a:latin typeface="TT Fors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IN" sz="3600" dirty="0" smtClean="0">
                <a:solidFill>
                  <a:srgbClr val="422100"/>
                </a:solidFill>
                <a:latin typeface="TT Fors" charset="0"/>
              </a:rPr>
              <a:t>Disinterested</a:t>
            </a:r>
            <a:endParaRPr lang="en-US" sz="3600" dirty="0" smtClean="0">
              <a:solidFill>
                <a:srgbClr val="422100"/>
              </a:solidFill>
              <a:latin typeface="TT Fors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IN" sz="3600" dirty="0" smtClean="0">
                <a:solidFill>
                  <a:srgbClr val="422100"/>
                </a:solidFill>
                <a:latin typeface="TT Fors" charset="0"/>
              </a:rPr>
              <a:t>High engagement</a:t>
            </a:r>
            <a:endParaRPr lang="en-US" sz="3600" dirty="0" smtClean="0">
              <a:solidFill>
                <a:srgbClr val="422100"/>
              </a:solidFill>
              <a:latin typeface="TT Fors" charset="0"/>
            </a:endParaRPr>
          </a:p>
          <a:p>
            <a:pPr lvl="0">
              <a:buFont typeface="Arial" pitchFamily="34" charset="0"/>
              <a:buChar char="•"/>
            </a:pPr>
            <a:r>
              <a:rPr lang="en-IN" sz="3600" dirty="0" smtClean="0">
                <a:solidFill>
                  <a:srgbClr val="422100"/>
                </a:solidFill>
                <a:latin typeface="TT Fors" charset="0"/>
              </a:rPr>
              <a:t>Current interest</a:t>
            </a:r>
            <a:endParaRPr lang="en-US" sz="3600" dirty="0" smtClean="0">
              <a:solidFill>
                <a:srgbClr val="422100"/>
              </a:solidFill>
              <a:latin typeface="TT Fors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0600" y="8763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Freeform 8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2007635" y="1840863"/>
            <a:ext cx="13156165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7"/>
              </a:lnSpc>
            </a:pPr>
            <a:r>
              <a:rPr lang="en-IN" sz="8000" dirty="0" smtClean="0">
                <a:solidFill>
                  <a:srgbClr val="713935"/>
                </a:solidFill>
                <a:latin typeface="Arial Black" pitchFamily="34" charset="0"/>
                <a:ea typeface="Berthold Block"/>
                <a:cs typeface="Berthold Block"/>
                <a:sym typeface="Berthold Block"/>
              </a:rPr>
              <a:t>Deep Content Tagging</a:t>
            </a:r>
            <a:endParaRPr lang="en-US" sz="8000" dirty="0">
              <a:solidFill>
                <a:srgbClr val="713935"/>
              </a:solidFill>
              <a:latin typeface="Arial Black" pitchFamily="34" charset="0"/>
              <a:ea typeface="Berthold Block"/>
              <a:cs typeface="Berthold Block"/>
              <a:sym typeface="Berthold Block"/>
            </a:endParaRPr>
          </a:p>
        </p:txBody>
      </p:sp>
      <p:sp>
        <p:nvSpPr>
          <p:cNvPr id="18" name="Freeform 18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19"/>
          <p:cNvSpPr txBox="1"/>
          <p:nvPr/>
        </p:nvSpPr>
        <p:spPr>
          <a:xfrm>
            <a:off x="2057400" y="3924300"/>
            <a:ext cx="123444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422100"/>
                </a:solidFill>
                <a:latin typeface="TT Fors" charset="0"/>
              </a:rPr>
              <a:t>Netflix employs thousands of workers to tag every show and movie with hyper-specific descriptors (e.g., "Gritty Suspenseful Sci-Fi Thrillers" or "Heartfelt Romantic Period Pieces"). The system links your watch history to these tags, mapping your exact psychological preferences</a:t>
            </a:r>
            <a:endParaRPr lang="en-US" sz="4000" dirty="0">
              <a:solidFill>
                <a:srgbClr val="422100"/>
              </a:solidFill>
              <a:latin typeface="TT For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 dirty="0"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10" name="Freeform 10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007635" y="1840863"/>
            <a:ext cx="12622765" cy="1328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7"/>
              </a:lnSpc>
            </a:pPr>
            <a:r>
              <a:rPr lang="en-IN" sz="8000" dirty="0" smtClean="0">
                <a:solidFill>
                  <a:srgbClr val="713935"/>
                </a:solidFill>
                <a:latin typeface="Arial Black" pitchFamily="34" charset="0"/>
                <a:ea typeface="Berthold Block"/>
                <a:cs typeface="Berthold Block"/>
                <a:sym typeface="Berthold Block"/>
              </a:rPr>
              <a:t>Collaborative Filtering</a:t>
            </a:r>
            <a:endParaRPr lang="en-US" sz="8000" dirty="0">
              <a:solidFill>
                <a:srgbClr val="713935"/>
              </a:solidFill>
              <a:latin typeface="Arial Black" pitchFamily="34" charset="0"/>
              <a:ea typeface="Berthold Block"/>
              <a:cs typeface="Berthold Block"/>
              <a:sym typeface="Berthold Block"/>
            </a:endParaRPr>
          </a:p>
        </p:txBody>
      </p:sp>
      <p:sp>
        <p:nvSpPr>
          <p:cNvPr id="12" name="Freeform 12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3"/>
          <p:cNvSpPr txBox="1"/>
          <p:nvPr/>
        </p:nvSpPr>
        <p:spPr>
          <a:xfrm>
            <a:off x="1905000" y="3086100"/>
            <a:ext cx="11353800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Netflix finds users similar to you.</a:t>
            </a:r>
          </a:p>
          <a:p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Example:</a:t>
            </a:r>
          </a:p>
          <a:p>
            <a:endParaRPr lang="en-US" sz="3200" dirty="0" smtClean="0">
              <a:solidFill>
                <a:srgbClr val="422100"/>
              </a:solidFill>
              <a:latin typeface="TT Fors" charset="0"/>
            </a:endParaRPr>
          </a:p>
          <a:p>
            <a:r>
              <a:rPr lang="en-US" sz="3200" b="1" dirty="0" smtClean="0">
                <a:solidFill>
                  <a:srgbClr val="422100"/>
                </a:solidFill>
                <a:latin typeface="TT Fors" charset="0"/>
              </a:rPr>
              <a:t>User A (You)</a:t>
            </a:r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             </a:t>
            </a:r>
            <a:r>
              <a:rPr lang="en-US" sz="3200" b="1" dirty="0" smtClean="0">
                <a:solidFill>
                  <a:srgbClr val="422100"/>
                </a:solidFill>
                <a:latin typeface="TT Fors" charset="0"/>
              </a:rPr>
              <a:t>User B</a:t>
            </a:r>
            <a:endParaRPr lang="en-US" sz="3200" dirty="0" smtClean="0">
              <a:solidFill>
                <a:srgbClr val="422100"/>
              </a:solidFill>
              <a:latin typeface="TT Fors" charset="0"/>
            </a:endParaRPr>
          </a:p>
          <a:p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Stranger Things       Stranger Things</a:t>
            </a:r>
          </a:p>
          <a:p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Dark                         </a:t>
            </a:r>
            <a:r>
              <a:rPr lang="en-US" sz="3200" dirty="0" err="1" smtClean="0">
                <a:solidFill>
                  <a:srgbClr val="422100"/>
                </a:solidFill>
                <a:latin typeface="TT Fors" charset="0"/>
              </a:rPr>
              <a:t>Dark</a:t>
            </a:r>
            <a:endParaRPr lang="en-US" sz="3200" dirty="0" smtClean="0">
              <a:solidFill>
                <a:srgbClr val="422100"/>
              </a:solidFill>
              <a:latin typeface="TT Fors" charset="0"/>
            </a:endParaRPr>
          </a:p>
          <a:p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 Black Mirror            Black Mirror</a:t>
            </a:r>
          </a:p>
          <a:p>
            <a:pPr lvl="0"/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If User B also loved another show, Netflix may recommend it to you.</a:t>
            </a:r>
          </a:p>
          <a:p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This is called </a:t>
            </a:r>
            <a:r>
              <a:rPr lang="en-US" sz="3200" b="1" dirty="0" smtClean="0">
                <a:solidFill>
                  <a:srgbClr val="422100"/>
                </a:solidFill>
                <a:latin typeface="TT Fors" charset="0"/>
              </a:rPr>
              <a:t>Collaborative Filtering</a:t>
            </a:r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.</a:t>
            </a:r>
          </a:p>
          <a:p>
            <a:pPr lvl="0"/>
            <a:r>
              <a:rPr lang="en-US" sz="3200" b="1" dirty="0" smtClean="0">
                <a:solidFill>
                  <a:srgbClr val="422100"/>
                </a:solidFill>
                <a:latin typeface="TT Fors" charset="0"/>
              </a:rPr>
              <a:t>Idea:</a:t>
            </a:r>
          </a:p>
          <a:p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People similar to you enjoyed this.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Freeform 8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981200" y="1409700"/>
            <a:ext cx="13079965" cy="12404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7"/>
              </a:lnSpc>
            </a:pPr>
            <a:r>
              <a:rPr lang="en-US" sz="5400" dirty="0" smtClean="0">
                <a:solidFill>
                  <a:srgbClr val="713935"/>
                </a:solidFill>
                <a:latin typeface="Arial Black" pitchFamily="34" charset="0"/>
                <a:ea typeface="Berthold Block"/>
                <a:cs typeface="Berthold Block"/>
                <a:sym typeface="Berthold Block"/>
              </a:rPr>
              <a:t>CONTENT BASED FILTERING</a:t>
            </a:r>
            <a:endParaRPr lang="en-US" sz="5400" dirty="0">
              <a:solidFill>
                <a:srgbClr val="713935"/>
              </a:solidFill>
              <a:latin typeface="Arial Black" pitchFamily="34" charset="0"/>
              <a:ea typeface="Berthold Block"/>
              <a:cs typeface="Berthold Block"/>
              <a:sym typeface="Berthold Block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57400" y="2987566"/>
            <a:ext cx="5736927" cy="6474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Content</a:t>
            </a:r>
            <a:r>
              <a:rPr lang="en-US" sz="3200" b="1" dirty="0" smtClean="0">
                <a:solidFill>
                  <a:srgbClr val="422100"/>
                </a:solidFill>
                <a:latin typeface="TT Fors" charset="0"/>
              </a:rPr>
              <a:t>-</a:t>
            </a:r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Based</a:t>
            </a:r>
            <a:r>
              <a:rPr lang="en-US" sz="3200" b="1" dirty="0" smtClean="0">
                <a:solidFill>
                  <a:srgbClr val="422100"/>
                </a:solidFill>
                <a:latin typeface="TT Fors" charset="0"/>
              </a:rPr>
              <a:t> </a:t>
            </a:r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Filtering</a:t>
            </a:r>
          </a:p>
          <a:p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Netflix studies the content itself.</a:t>
            </a:r>
          </a:p>
          <a:p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Every movie/show has attributes:</a:t>
            </a:r>
          </a:p>
          <a:p>
            <a:pPr lvl="0"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Genre </a:t>
            </a:r>
          </a:p>
          <a:p>
            <a:pPr lvl="0"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Actors </a:t>
            </a:r>
          </a:p>
          <a:p>
            <a:pPr lvl="0"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Director </a:t>
            </a:r>
          </a:p>
          <a:p>
            <a:pPr lvl="0"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Language </a:t>
            </a:r>
          </a:p>
          <a:p>
            <a:pPr lvl="0"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Release year </a:t>
            </a:r>
          </a:p>
          <a:p>
            <a:pPr lvl="0"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Mood </a:t>
            </a:r>
          </a:p>
          <a:p>
            <a:pPr lvl="0"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Runtime</a:t>
            </a:r>
          </a:p>
          <a:p>
            <a:pPr algn="l">
              <a:lnSpc>
                <a:spcPts val="4550"/>
              </a:lnSpc>
            </a:pPr>
            <a:endParaRPr lang="en-US" sz="3200" dirty="0">
              <a:solidFill>
                <a:srgbClr val="422100"/>
              </a:solidFill>
              <a:latin typeface="TT Fors" charset="0"/>
              <a:ea typeface="TT Fors"/>
              <a:cs typeface="TT Fors"/>
              <a:sym typeface="TT For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924800" y="2495123"/>
            <a:ext cx="5736927" cy="6547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endParaRPr lang="en-US" sz="3600" dirty="0" smtClean="0">
              <a:latin typeface="Bahnschrift SemiBold" pitchFamily="34" charset="0"/>
            </a:endParaRPr>
          </a:p>
          <a:p>
            <a:pPr lvl="0"/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Example:</a:t>
            </a:r>
          </a:p>
          <a:p>
            <a:pPr lvl="0"/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You watch:</a:t>
            </a:r>
          </a:p>
          <a:p>
            <a:pPr lvl="0"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  Interstellar </a:t>
            </a:r>
          </a:p>
          <a:p>
            <a:pPr lvl="0"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  The Martian </a:t>
            </a:r>
          </a:p>
          <a:p>
            <a:pPr lvl="0"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  Gravity</a:t>
            </a:r>
          </a:p>
          <a:p>
            <a:pPr lvl="0"/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Netflix notices:</a:t>
            </a:r>
          </a:p>
          <a:p>
            <a:pPr lvl="0"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Space </a:t>
            </a:r>
          </a:p>
          <a:p>
            <a:pPr lvl="0"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Science fiction </a:t>
            </a:r>
          </a:p>
          <a:p>
            <a:pPr lvl="0">
              <a:buFont typeface="Arial" pitchFamily="34" charset="0"/>
              <a:buChar char="•"/>
            </a:pPr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Survival themes </a:t>
            </a:r>
          </a:p>
          <a:p>
            <a:pPr lvl="0"/>
            <a:endParaRPr lang="en-US" sz="3200" dirty="0" smtClean="0">
              <a:solidFill>
                <a:srgbClr val="422100"/>
              </a:solidFill>
              <a:latin typeface="TT Fors" charset="0"/>
            </a:endParaRPr>
          </a:p>
          <a:p>
            <a:r>
              <a:rPr lang="en-US" sz="3200" dirty="0" smtClean="0">
                <a:solidFill>
                  <a:srgbClr val="422100"/>
                </a:solidFill>
                <a:latin typeface="TT Fors" charset="0"/>
              </a:rPr>
              <a:t>It recommends similar movies.</a:t>
            </a:r>
          </a:p>
          <a:p>
            <a:pPr algn="l">
              <a:lnSpc>
                <a:spcPts val="4550"/>
              </a:lnSpc>
            </a:pPr>
            <a:endParaRPr lang="en-US" sz="3500" dirty="0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2" name="Freeform 12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57400" y="1333500"/>
            <a:ext cx="12725400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7"/>
              </a:lnSpc>
            </a:pPr>
            <a:r>
              <a:rPr lang="en-IN" sz="6600" dirty="0" smtClean="0">
                <a:solidFill>
                  <a:srgbClr val="713935"/>
                </a:solidFill>
                <a:latin typeface="Arial Black" pitchFamily="34" charset="0"/>
                <a:ea typeface="Berthold Block"/>
                <a:cs typeface="Berthold Block"/>
                <a:sym typeface="Berthold Block"/>
              </a:rPr>
              <a:t>Ranking Recommendations</a:t>
            </a:r>
            <a:endParaRPr lang="en-US" sz="6600" dirty="0">
              <a:solidFill>
                <a:srgbClr val="713935"/>
              </a:solidFill>
              <a:latin typeface="Arial Black" pitchFamily="34" charset="0"/>
              <a:ea typeface="Berthold Block"/>
              <a:cs typeface="Berthold Block"/>
              <a:sym typeface="Berthold Block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981200" y="2324100"/>
            <a:ext cx="11555432" cy="777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/>
            <a:endParaRPr lang="en-US" sz="4000" b="1" dirty="0" smtClean="0">
              <a:solidFill>
                <a:srgbClr val="422100"/>
              </a:solidFill>
              <a:latin typeface="TT Fors" charset="0"/>
            </a:endParaRPr>
          </a:p>
          <a:p>
            <a:r>
              <a:rPr lang="en-US" sz="3600" dirty="0" smtClean="0">
                <a:solidFill>
                  <a:srgbClr val="422100"/>
                </a:solidFill>
                <a:latin typeface="TT Fors" charset="0"/>
              </a:rPr>
              <a:t>Netflix may have thousands of possible recommendations.</a:t>
            </a:r>
          </a:p>
          <a:p>
            <a:r>
              <a:rPr lang="en-IN" sz="3600" dirty="0" smtClean="0">
                <a:solidFill>
                  <a:srgbClr val="422100"/>
                </a:solidFill>
                <a:latin typeface="TT Fors" charset="0"/>
              </a:rPr>
              <a:t>According to your preferences</a:t>
            </a:r>
            <a:endParaRPr lang="en-US" sz="3600" dirty="0" smtClean="0">
              <a:solidFill>
                <a:srgbClr val="422100"/>
              </a:solidFill>
              <a:latin typeface="TT Fors" charset="0"/>
            </a:endParaRPr>
          </a:p>
          <a:p>
            <a:r>
              <a:rPr lang="en-US" sz="3600" dirty="0" smtClean="0">
                <a:solidFill>
                  <a:srgbClr val="422100"/>
                </a:solidFill>
                <a:latin typeface="TT Fors" charset="0"/>
              </a:rPr>
              <a:t>Machine learning gives each title a score.</a:t>
            </a:r>
          </a:p>
          <a:p>
            <a:r>
              <a:rPr lang="en-US" sz="3600" dirty="0" smtClean="0">
                <a:solidFill>
                  <a:srgbClr val="422100"/>
                </a:solidFill>
                <a:latin typeface="TT Fors" charset="0"/>
              </a:rPr>
              <a:t>Example:</a:t>
            </a:r>
          </a:p>
          <a:p>
            <a:r>
              <a:rPr lang="en-US" sz="3600" b="1" dirty="0" smtClean="0">
                <a:solidFill>
                  <a:srgbClr val="422100"/>
                </a:solidFill>
                <a:latin typeface="TT Fors" charset="0"/>
              </a:rPr>
              <a:t>Show</a:t>
            </a:r>
            <a:r>
              <a:rPr lang="en-US" sz="3600" dirty="0" smtClean="0">
                <a:solidFill>
                  <a:srgbClr val="422100"/>
                </a:solidFill>
                <a:latin typeface="TT Fors" charset="0"/>
              </a:rPr>
              <a:t>                      </a:t>
            </a:r>
            <a:r>
              <a:rPr lang="en-US" sz="3600" b="1" dirty="0" smtClean="0">
                <a:solidFill>
                  <a:srgbClr val="422100"/>
                </a:solidFill>
                <a:latin typeface="TT Fors" charset="0"/>
              </a:rPr>
              <a:t>Score</a:t>
            </a:r>
            <a:endParaRPr lang="en-US" sz="3600" dirty="0" smtClean="0">
              <a:solidFill>
                <a:srgbClr val="422100"/>
              </a:solidFill>
              <a:latin typeface="TT Fors" charset="0"/>
            </a:endParaRPr>
          </a:p>
          <a:p>
            <a:r>
              <a:rPr lang="en-US" sz="3600" dirty="0" smtClean="0">
                <a:solidFill>
                  <a:srgbClr val="422100"/>
                </a:solidFill>
                <a:latin typeface="TT Fors" charset="0"/>
              </a:rPr>
              <a:t>Dark                         98</a:t>
            </a:r>
          </a:p>
          <a:p>
            <a:r>
              <a:rPr lang="en-US" sz="3600" dirty="0" smtClean="0">
                <a:solidFill>
                  <a:srgbClr val="422100"/>
                </a:solidFill>
                <a:latin typeface="TT Fors" charset="0"/>
              </a:rPr>
              <a:t>Black Mirror             95</a:t>
            </a:r>
          </a:p>
          <a:p>
            <a:r>
              <a:rPr lang="en-US" sz="3600" dirty="0" smtClean="0">
                <a:solidFill>
                  <a:srgbClr val="422100"/>
                </a:solidFill>
                <a:latin typeface="TT Fors" charset="0"/>
              </a:rPr>
              <a:t>Money Heist            90</a:t>
            </a:r>
          </a:p>
          <a:p>
            <a:r>
              <a:rPr lang="en-US" sz="3600" dirty="0" smtClean="0">
                <a:solidFill>
                  <a:srgbClr val="422100"/>
                </a:solidFill>
                <a:latin typeface="TT Fors" charset="0"/>
              </a:rPr>
              <a:t>Friends                     60</a:t>
            </a:r>
          </a:p>
          <a:p>
            <a:r>
              <a:rPr lang="en-US" sz="3600" dirty="0" smtClean="0">
                <a:solidFill>
                  <a:srgbClr val="422100"/>
                </a:solidFill>
                <a:latin typeface="TT Fors" charset="0"/>
              </a:rPr>
              <a:t>The highest scores appear first.</a:t>
            </a:r>
          </a:p>
          <a:p>
            <a:endParaRPr lang="en-US" sz="3200" dirty="0" smtClean="0">
              <a:solidFill>
                <a:srgbClr val="422100"/>
              </a:solidFill>
              <a:latin typeface="TT Fors" charset="0"/>
            </a:endParaRPr>
          </a:p>
          <a:p>
            <a:pPr algn="l">
              <a:lnSpc>
                <a:spcPts val="4550"/>
              </a:lnSpc>
            </a:pPr>
            <a:endParaRPr lang="en-US" sz="3500" dirty="0">
              <a:solidFill>
                <a:srgbClr val="422100"/>
              </a:solidFill>
              <a:latin typeface="TT Fors" charset="0"/>
              <a:ea typeface="TT Fors"/>
              <a:cs typeface="TT Fors"/>
              <a:sym typeface="TT Fors"/>
            </a:endParaRPr>
          </a:p>
        </p:txBody>
      </p:sp>
      <p:sp>
        <p:nvSpPr>
          <p:cNvPr id="10" name="Freeform 10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57400" y="1409700"/>
            <a:ext cx="12927565" cy="1328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997"/>
              </a:lnSpc>
            </a:pPr>
            <a:r>
              <a:rPr lang="en-IN" sz="8000" dirty="0" smtClean="0">
                <a:solidFill>
                  <a:srgbClr val="713935"/>
                </a:solidFill>
                <a:latin typeface="Arial Black" pitchFamily="34" charset="0"/>
                <a:ea typeface="Berthold Block"/>
                <a:cs typeface="Berthold Block"/>
                <a:sym typeface="Berthold Block"/>
              </a:rPr>
              <a:t>ML FLOW CHART</a:t>
            </a:r>
            <a:endParaRPr lang="en-US" sz="8000" dirty="0">
              <a:solidFill>
                <a:srgbClr val="713935"/>
              </a:solidFill>
              <a:latin typeface="Arial Black" pitchFamily="34" charset="0"/>
              <a:ea typeface="Berthold Block"/>
              <a:cs typeface="Berthold Block"/>
              <a:sym typeface="Berthold Block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905000" y="2933700"/>
            <a:ext cx="11555432" cy="6813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400" dirty="0" smtClean="0">
                <a:solidFill>
                  <a:srgbClr val="422100"/>
                </a:solidFill>
                <a:latin typeface="TT Fors" charset="0"/>
              </a:rPr>
              <a:t>User Signs Up	</a:t>
            </a:r>
          </a:p>
          <a:p>
            <a:r>
              <a:rPr lang="en-US" sz="2400" dirty="0" smtClean="0">
                <a:solidFill>
                  <a:srgbClr val="422100"/>
                </a:solidFill>
                <a:latin typeface="TT Fors" charset="0"/>
              </a:rPr>
              <a:t>      ↓</a:t>
            </a:r>
          </a:p>
          <a:p>
            <a:r>
              <a:rPr lang="en-US" sz="2400" dirty="0" smtClean="0">
                <a:solidFill>
                  <a:srgbClr val="422100"/>
                </a:solidFill>
                <a:latin typeface="TT Fors" charset="0"/>
              </a:rPr>
              <a:t>Initial Popular Recommendations</a:t>
            </a:r>
          </a:p>
          <a:p>
            <a:r>
              <a:rPr lang="en-US" sz="2400" dirty="0" smtClean="0">
                <a:solidFill>
                  <a:srgbClr val="422100"/>
                </a:solidFill>
                <a:latin typeface="TT Fors" charset="0"/>
              </a:rPr>
              <a:t>      ↓</a:t>
            </a:r>
          </a:p>
          <a:p>
            <a:r>
              <a:rPr lang="en-US" sz="2400" dirty="0" smtClean="0">
                <a:solidFill>
                  <a:srgbClr val="422100"/>
                </a:solidFill>
                <a:latin typeface="TT Fors" charset="0"/>
              </a:rPr>
              <a:t>User Watches Content</a:t>
            </a:r>
          </a:p>
          <a:p>
            <a:r>
              <a:rPr lang="en-US" sz="2400" dirty="0" smtClean="0">
                <a:solidFill>
                  <a:srgbClr val="422100"/>
                </a:solidFill>
                <a:latin typeface="TT Fors" charset="0"/>
              </a:rPr>
              <a:t>      ↓</a:t>
            </a:r>
          </a:p>
          <a:p>
            <a:r>
              <a:rPr lang="en-US" sz="2400" dirty="0" smtClean="0">
                <a:solidFill>
                  <a:srgbClr val="422100"/>
                </a:solidFill>
                <a:latin typeface="TT Fors" charset="0"/>
              </a:rPr>
              <a:t>Collect Viewing Data</a:t>
            </a:r>
          </a:p>
          <a:p>
            <a:r>
              <a:rPr lang="en-US" sz="2400" dirty="0" smtClean="0">
                <a:solidFill>
                  <a:srgbClr val="422100"/>
                </a:solidFill>
                <a:latin typeface="TT Fors" charset="0"/>
              </a:rPr>
              <a:t>      ↓</a:t>
            </a:r>
          </a:p>
          <a:p>
            <a:r>
              <a:rPr lang="en-US" sz="2400" dirty="0" smtClean="0">
                <a:solidFill>
                  <a:srgbClr val="422100"/>
                </a:solidFill>
                <a:latin typeface="TT Fors" charset="0"/>
              </a:rPr>
              <a:t>Machine Learning Models</a:t>
            </a:r>
          </a:p>
          <a:p>
            <a:r>
              <a:rPr lang="en-US" sz="2400" dirty="0" smtClean="0">
                <a:solidFill>
                  <a:srgbClr val="422100"/>
                </a:solidFill>
                <a:latin typeface="TT Fors" charset="0"/>
              </a:rPr>
              <a:t>      ↓</a:t>
            </a:r>
          </a:p>
          <a:p>
            <a:r>
              <a:rPr lang="en-US" sz="2400" dirty="0" smtClean="0">
                <a:solidFill>
                  <a:srgbClr val="422100"/>
                </a:solidFill>
                <a:latin typeface="TT Fors" charset="0"/>
              </a:rPr>
              <a:t>Find Similar Users</a:t>
            </a:r>
          </a:p>
          <a:p>
            <a:r>
              <a:rPr lang="en-US" sz="2400" dirty="0" smtClean="0">
                <a:solidFill>
                  <a:srgbClr val="422100"/>
                </a:solidFill>
                <a:latin typeface="TT Fors" charset="0"/>
              </a:rPr>
              <a:t>      ↓</a:t>
            </a:r>
          </a:p>
          <a:p>
            <a:r>
              <a:rPr lang="en-US" sz="2400" dirty="0" smtClean="0">
                <a:solidFill>
                  <a:srgbClr val="422100"/>
                </a:solidFill>
                <a:latin typeface="TT Fors" charset="0"/>
              </a:rPr>
              <a:t>Analyze Similar Content</a:t>
            </a:r>
          </a:p>
          <a:p>
            <a:r>
              <a:rPr lang="en-US" sz="2400" dirty="0" smtClean="0">
                <a:solidFill>
                  <a:srgbClr val="422100"/>
                </a:solidFill>
                <a:latin typeface="TT Fors" charset="0"/>
              </a:rPr>
              <a:t>      ↓</a:t>
            </a:r>
          </a:p>
          <a:p>
            <a:r>
              <a:rPr lang="en-US" sz="2400" dirty="0" smtClean="0">
                <a:solidFill>
                  <a:srgbClr val="422100"/>
                </a:solidFill>
                <a:latin typeface="TT Fors" charset="0"/>
              </a:rPr>
              <a:t>Calculate Recommendation Scores</a:t>
            </a:r>
          </a:p>
          <a:p>
            <a:r>
              <a:rPr lang="en-US" sz="2400" dirty="0" smtClean="0">
                <a:solidFill>
                  <a:srgbClr val="422100"/>
                </a:solidFill>
                <a:latin typeface="TT Fors" charset="0"/>
              </a:rPr>
              <a:t>      ↓</a:t>
            </a:r>
          </a:p>
          <a:p>
            <a:r>
              <a:rPr lang="en-US" sz="2400" dirty="0" smtClean="0">
                <a:solidFill>
                  <a:srgbClr val="422100"/>
                </a:solidFill>
                <a:latin typeface="TT Fors" charset="0"/>
              </a:rPr>
              <a:t>Personalized Netflix Home Page</a:t>
            </a:r>
          </a:p>
          <a:p>
            <a:pPr algn="l">
              <a:lnSpc>
                <a:spcPts val="4550"/>
              </a:lnSpc>
            </a:pPr>
            <a:endParaRPr lang="en-US" sz="2400" dirty="0">
              <a:solidFill>
                <a:srgbClr val="422100"/>
              </a:solidFill>
              <a:latin typeface="TT Fors" charset="0"/>
              <a:ea typeface="TT Fors"/>
              <a:cs typeface="TT Fors"/>
              <a:sym typeface="TT Fors"/>
            </a:endParaRPr>
          </a:p>
        </p:txBody>
      </p:sp>
      <p:sp>
        <p:nvSpPr>
          <p:cNvPr id="10" name="Freeform 10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07635" y="1840863"/>
            <a:ext cx="8559631" cy="2821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7"/>
              </a:lnSpc>
            </a:pPr>
            <a:r>
              <a:rPr lang="en-IN" sz="8000" dirty="0" smtClean="0">
                <a:solidFill>
                  <a:srgbClr val="713935"/>
                </a:solidFill>
                <a:latin typeface="Arial Black" pitchFamily="34" charset="0"/>
                <a:ea typeface="Berthold Block"/>
                <a:cs typeface="Berthold Block"/>
                <a:sym typeface="Berthold Block"/>
              </a:rPr>
              <a:t>MUTUAL FUND EG: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07635" y="3513235"/>
            <a:ext cx="11555432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0"/>
              </a:lnSpc>
            </a:pPr>
            <a:endParaRPr lang="en-US" sz="3500" dirty="0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0" name="Freeform 10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1828800" y="4838700"/>
            <a:ext cx="11049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28800" y="4991100"/>
            <a:ext cx="12420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rgbClr val="422100"/>
                </a:solidFill>
                <a:latin typeface="TT Fors" charset="0"/>
              </a:rPr>
              <a:t> </a:t>
            </a:r>
            <a:r>
              <a:rPr lang="en-US" sz="3600" b="1" dirty="0" smtClean="0">
                <a:solidFill>
                  <a:srgbClr val="422100"/>
                </a:solidFill>
                <a:latin typeface="TT Fors" charset="0"/>
              </a:rPr>
              <a:t>imagine a mutual fund app:</a:t>
            </a:r>
          </a:p>
          <a:p>
            <a:endParaRPr lang="en-US" sz="3600" dirty="0" smtClean="0">
              <a:solidFill>
                <a:srgbClr val="422100"/>
              </a:solidFill>
              <a:latin typeface="TT Fors" charset="0"/>
            </a:endParaRPr>
          </a:p>
          <a:p>
            <a:r>
              <a:rPr lang="en-US" sz="3600" b="1" dirty="0" smtClean="0">
                <a:solidFill>
                  <a:srgbClr val="422100"/>
                </a:solidFill>
                <a:latin typeface="TT Fors" charset="0"/>
              </a:rPr>
              <a:t>New Investor</a:t>
            </a:r>
          </a:p>
          <a:p>
            <a:r>
              <a:rPr lang="en-US" sz="3600" dirty="0" smtClean="0">
                <a:solidFill>
                  <a:srgbClr val="422100"/>
                </a:solidFill>
                <a:latin typeface="TT Fors" charset="0"/>
              </a:rPr>
              <a:t>App knows nothing.</a:t>
            </a:r>
          </a:p>
          <a:p>
            <a:endParaRPr lang="en-US" sz="3600" dirty="0" smtClean="0">
              <a:solidFill>
                <a:srgbClr val="422100"/>
              </a:solidFill>
              <a:latin typeface="TT Fors" charset="0"/>
            </a:endParaRPr>
          </a:p>
          <a:p>
            <a:r>
              <a:rPr lang="en-US" sz="3600" dirty="0" smtClean="0">
                <a:solidFill>
                  <a:srgbClr val="422100"/>
                </a:solidFill>
                <a:latin typeface="TT Fors" charset="0"/>
              </a:rPr>
              <a:t> </a:t>
            </a:r>
          </a:p>
          <a:p>
            <a:endParaRPr lang="en-US" sz="3600" dirty="0">
              <a:solidFill>
                <a:srgbClr val="422100"/>
              </a:solidFill>
              <a:latin typeface="TT For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10" name="Freeform 10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1752600" y="2247900"/>
            <a:ext cx="1005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1905000" y="2476500"/>
            <a:ext cx="11887200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>
              <a:latin typeface="Bahnschrift SemiBold" pitchFamily="34" charset="0"/>
            </a:endParaRPr>
          </a:p>
          <a:p>
            <a:r>
              <a:rPr lang="en-US" sz="3600" dirty="0" smtClean="0">
                <a:solidFill>
                  <a:srgbClr val="422100"/>
                </a:solidFill>
                <a:latin typeface="TT Fors" charset="0"/>
              </a:rPr>
              <a:t>Shows:</a:t>
            </a:r>
          </a:p>
          <a:p>
            <a:pPr lvl="0"/>
            <a:r>
              <a:rPr lang="en-US" sz="3600" dirty="0" smtClean="0">
                <a:solidFill>
                  <a:srgbClr val="422100"/>
                </a:solidFill>
                <a:latin typeface="TT Fors" charset="0"/>
              </a:rPr>
              <a:t>Popular SIP funds </a:t>
            </a:r>
          </a:p>
          <a:p>
            <a:pPr lvl="0"/>
            <a:r>
              <a:rPr lang="en-US" sz="3600" dirty="0" smtClean="0">
                <a:solidFill>
                  <a:srgbClr val="422100"/>
                </a:solidFill>
                <a:latin typeface="TT Fors" charset="0"/>
              </a:rPr>
              <a:t>Top-performing funds </a:t>
            </a:r>
          </a:p>
          <a:p>
            <a:pPr lvl="0"/>
            <a:endParaRPr lang="en-US" sz="3600" b="1" dirty="0" smtClean="0">
              <a:solidFill>
                <a:srgbClr val="422100"/>
              </a:solidFill>
              <a:latin typeface="TT Fors" charset="0"/>
            </a:endParaRPr>
          </a:p>
          <a:p>
            <a:pPr lvl="0"/>
            <a:r>
              <a:rPr lang="en-US" sz="3600" b="1" dirty="0" smtClean="0">
                <a:solidFill>
                  <a:srgbClr val="422100"/>
                </a:solidFill>
                <a:latin typeface="TT Fors" charset="0"/>
              </a:rPr>
              <a:t>After Usage</a:t>
            </a:r>
          </a:p>
          <a:p>
            <a:r>
              <a:rPr lang="en-US" sz="3600" dirty="0" smtClean="0">
                <a:solidFill>
                  <a:srgbClr val="422100"/>
                </a:solidFill>
                <a:latin typeface="TT Fors" charset="0"/>
              </a:rPr>
              <a:t>Investor frequently checks:</a:t>
            </a:r>
          </a:p>
          <a:p>
            <a:pPr lvl="0"/>
            <a:r>
              <a:rPr lang="en-US" sz="3600" dirty="0" smtClean="0">
                <a:solidFill>
                  <a:srgbClr val="422100"/>
                </a:solidFill>
                <a:latin typeface="TT Fors" charset="0"/>
              </a:rPr>
              <a:t>Small-cap funds </a:t>
            </a:r>
          </a:p>
          <a:p>
            <a:pPr lvl="0"/>
            <a:r>
              <a:rPr lang="en-US" sz="3600" dirty="0" smtClean="0">
                <a:solidFill>
                  <a:srgbClr val="422100"/>
                </a:solidFill>
                <a:latin typeface="TT Fors" charset="0"/>
              </a:rPr>
              <a:t>High-risk funds </a:t>
            </a:r>
          </a:p>
          <a:p>
            <a:pPr lvl="0"/>
            <a:r>
              <a:rPr lang="en-US" sz="3600" dirty="0" smtClean="0">
                <a:solidFill>
                  <a:srgbClr val="422100"/>
                </a:solidFill>
                <a:latin typeface="TT Fors" charset="0"/>
              </a:rPr>
              <a:t>Technology sector funds </a:t>
            </a:r>
          </a:p>
          <a:p>
            <a:r>
              <a:rPr lang="en-US" sz="1200" dirty="0" smtClean="0"/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007635" y="3513235"/>
            <a:ext cx="11555432" cy="577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0"/>
              </a:lnSpc>
            </a:pPr>
            <a:endParaRPr lang="en-US" sz="3500" dirty="0">
              <a:solidFill>
                <a:srgbClr val="4C4C4C"/>
              </a:solidFill>
              <a:latin typeface="TT Fors"/>
              <a:ea typeface="TT Fors"/>
              <a:cs typeface="TT Fors"/>
              <a:sym typeface="TT Fors"/>
            </a:endParaRPr>
          </a:p>
        </p:txBody>
      </p:sp>
      <p:sp>
        <p:nvSpPr>
          <p:cNvPr id="10" name="Freeform 10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2"/>
          <p:cNvSpPr txBox="1"/>
          <p:nvPr/>
        </p:nvSpPr>
        <p:spPr>
          <a:xfrm>
            <a:off x="2209800" y="2552700"/>
            <a:ext cx="117348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rgbClr val="422100"/>
                </a:solidFill>
                <a:latin typeface="TT Fors" charset="0"/>
              </a:rPr>
              <a:t>ML learns the preference and starts recommending:</a:t>
            </a:r>
          </a:p>
          <a:p>
            <a:pPr lvl="0"/>
            <a:r>
              <a:rPr lang="en-US" sz="4000" dirty="0" smtClean="0">
                <a:solidFill>
                  <a:srgbClr val="422100"/>
                </a:solidFill>
                <a:latin typeface="TT Fors" charset="0"/>
              </a:rPr>
              <a:t>Similar funds </a:t>
            </a:r>
          </a:p>
          <a:p>
            <a:pPr lvl="0"/>
            <a:r>
              <a:rPr lang="en-US" sz="4000" dirty="0" smtClean="0">
                <a:solidFill>
                  <a:srgbClr val="422100"/>
                </a:solidFill>
                <a:latin typeface="TT Fors" charset="0"/>
              </a:rPr>
              <a:t>Relevant SIP plans </a:t>
            </a:r>
          </a:p>
          <a:p>
            <a:pPr lvl="0"/>
            <a:r>
              <a:rPr lang="en-US" sz="4000" dirty="0" smtClean="0">
                <a:solidFill>
                  <a:srgbClr val="422100"/>
                </a:solidFill>
                <a:latin typeface="TT Fors" charset="0"/>
              </a:rPr>
              <a:t>Related investment articles</a:t>
            </a:r>
          </a:p>
          <a:p>
            <a:endParaRPr lang="en-US" sz="4000" dirty="0">
              <a:solidFill>
                <a:srgbClr val="422100"/>
              </a:solidFill>
              <a:latin typeface="TT Fors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4675222" cy="8229600"/>
            <a:chOff x="0" y="0"/>
            <a:chExt cx="3865079" cy="21674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65079" cy="2167467"/>
            </a:xfrm>
            <a:custGeom>
              <a:avLst/>
              <a:gdLst/>
              <a:ahLst/>
              <a:cxnLst/>
              <a:rect l="l" t="t" r="r" b="b"/>
              <a:pathLst>
                <a:path w="3865079" h="2167467">
                  <a:moveTo>
                    <a:pt x="26905" y="0"/>
                  </a:moveTo>
                  <a:lnTo>
                    <a:pt x="3838174" y="0"/>
                  </a:lnTo>
                  <a:cubicBezTo>
                    <a:pt x="3853033" y="0"/>
                    <a:pt x="3865079" y="12046"/>
                    <a:pt x="3865079" y="26905"/>
                  </a:cubicBezTo>
                  <a:lnTo>
                    <a:pt x="3865079" y="2140562"/>
                  </a:lnTo>
                  <a:cubicBezTo>
                    <a:pt x="3865079" y="2155421"/>
                    <a:pt x="3853033" y="2167467"/>
                    <a:pt x="3838174" y="2167467"/>
                  </a:cubicBezTo>
                  <a:lnTo>
                    <a:pt x="26905" y="2167467"/>
                  </a:lnTo>
                  <a:cubicBezTo>
                    <a:pt x="19769" y="2167467"/>
                    <a:pt x="12926" y="2164632"/>
                    <a:pt x="7880" y="2159586"/>
                  </a:cubicBezTo>
                  <a:cubicBezTo>
                    <a:pt x="2835" y="2154541"/>
                    <a:pt x="0" y="2147697"/>
                    <a:pt x="0" y="2140562"/>
                  </a:cubicBezTo>
                  <a:lnTo>
                    <a:pt x="0" y="26905"/>
                  </a:lnTo>
                  <a:cubicBezTo>
                    <a:pt x="0" y="12046"/>
                    <a:pt x="12046" y="0"/>
                    <a:pt x="26905" y="0"/>
                  </a:cubicBez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65079" cy="22150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3230770">
            <a:off x="13712567" y="331226"/>
            <a:ext cx="7093465" cy="7045666"/>
          </a:xfrm>
          <a:custGeom>
            <a:avLst/>
            <a:gdLst/>
            <a:ahLst/>
            <a:cxnLst/>
            <a:rect l="l" t="t" r="r" b="b"/>
            <a:pathLst>
              <a:path w="7093465" h="7045666">
                <a:moveTo>
                  <a:pt x="0" y="0"/>
                </a:moveTo>
                <a:lnTo>
                  <a:pt x="7093466" y="0"/>
                </a:lnTo>
                <a:lnTo>
                  <a:pt x="7093466" y="7045666"/>
                </a:lnTo>
                <a:lnTo>
                  <a:pt x="0" y="704566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857435" y="8110312"/>
            <a:ext cx="2542026" cy="2324338"/>
          </a:xfrm>
          <a:custGeom>
            <a:avLst/>
            <a:gdLst/>
            <a:ahLst/>
            <a:cxnLst/>
            <a:rect l="l" t="t" r="r" b="b"/>
            <a:pathLst>
              <a:path w="2542026" h="2324338">
                <a:moveTo>
                  <a:pt x="0" y="0"/>
                </a:moveTo>
                <a:lnTo>
                  <a:pt x="2542026" y="0"/>
                </a:lnTo>
                <a:lnTo>
                  <a:pt x="2542026" y="2324338"/>
                </a:lnTo>
                <a:lnTo>
                  <a:pt x="0" y="232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3063366">
            <a:off x="16174118" y="8791508"/>
            <a:ext cx="1436455" cy="531308"/>
          </a:xfrm>
          <a:custGeom>
            <a:avLst/>
            <a:gdLst/>
            <a:ahLst/>
            <a:cxnLst/>
            <a:rect l="l" t="t" r="r" b="b"/>
            <a:pathLst>
              <a:path w="1436455" h="531308">
                <a:moveTo>
                  <a:pt x="0" y="0"/>
                </a:moveTo>
                <a:lnTo>
                  <a:pt x="1436455" y="0"/>
                </a:lnTo>
                <a:lnTo>
                  <a:pt x="1436455" y="531308"/>
                </a:lnTo>
                <a:lnTo>
                  <a:pt x="0" y="531308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 l="-64850" r="-12114" b="-337474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07635" y="1840863"/>
            <a:ext cx="8559631" cy="1355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997"/>
              </a:lnSpc>
            </a:pPr>
            <a:r>
              <a:rPr lang="en-US" sz="8800" dirty="0">
                <a:solidFill>
                  <a:srgbClr val="713935"/>
                </a:solidFill>
                <a:latin typeface="Arial Black" pitchFamily="34" charset="0"/>
                <a:ea typeface="Berthold Block"/>
                <a:cs typeface="Berthold Block"/>
                <a:sym typeface="Berthold Block"/>
              </a:rPr>
              <a:t>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07635" y="3513235"/>
            <a:ext cx="11555432" cy="2436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50"/>
              </a:lnSpc>
            </a:pPr>
            <a:r>
              <a:rPr lang="en-US" sz="3600" dirty="0" smtClean="0">
                <a:solidFill>
                  <a:srgbClr val="422100"/>
                </a:solidFill>
                <a:latin typeface="TT Fors" charset="0"/>
              </a:rPr>
              <a:t>This is exactly the same principle Netflix uses for movies and shows—observe behavior, learn patterns, and personalize recommendations.</a:t>
            </a:r>
          </a:p>
          <a:p>
            <a:pPr algn="l">
              <a:lnSpc>
                <a:spcPts val="4550"/>
              </a:lnSpc>
            </a:pPr>
            <a:endParaRPr lang="en-US" sz="3500" dirty="0">
              <a:solidFill>
                <a:srgbClr val="422100"/>
              </a:solidFill>
              <a:latin typeface="TT Fors" charset="0"/>
              <a:ea typeface="TT Fors"/>
              <a:cs typeface="TT Fors"/>
              <a:sym typeface="TT Fors"/>
            </a:endParaRPr>
          </a:p>
        </p:txBody>
      </p:sp>
      <p:sp>
        <p:nvSpPr>
          <p:cNvPr id="10" name="Freeform 10"/>
          <p:cNvSpPr/>
          <p:nvPr/>
        </p:nvSpPr>
        <p:spPr>
          <a:xfrm rot="964674">
            <a:off x="-488908" y="-20085"/>
            <a:ext cx="2533331" cy="2833022"/>
          </a:xfrm>
          <a:custGeom>
            <a:avLst/>
            <a:gdLst/>
            <a:ahLst/>
            <a:cxnLst/>
            <a:rect l="l" t="t" r="r" b="b"/>
            <a:pathLst>
              <a:path w="2533331" h="2833022">
                <a:moveTo>
                  <a:pt x="0" y="0"/>
                </a:moveTo>
                <a:lnTo>
                  <a:pt x="2533330" y="0"/>
                </a:lnTo>
                <a:lnTo>
                  <a:pt x="2533330" y="2833022"/>
                </a:lnTo>
                <a:lnTo>
                  <a:pt x="0" y="2833022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print">
              <a:extLst>
                <a:ext uri="{96DAC541-7B7A-43D3-8B79-37D633B846F1}">
                  <asvg:svgBlip xmlns=""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 rot="-674547">
            <a:off x="216398" y="7926582"/>
            <a:ext cx="2004142" cy="1906655"/>
          </a:xfrm>
          <a:custGeom>
            <a:avLst/>
            <a:gdLst/>
            <a:ahLst/>
            <a:cxnLst/>
            <a:rect l="l" t="t" r="r" b="b"/>
            <a:pathLst>
              <a:path w="2004142" h="1906655">
                <a:moveTo>
                  <a:pt x="0" y="0"/>
                </a:moveTo>
                <a:lnTo>
                  <a:pt x="2004141" y="0"/>
                </a:lnTo>
                <a:lnTo>
                  <a:pt x="2004141" y="1906655"/>
                </a:lnTo>
                <a:lnTo>
                  <a:pt x="0" y="1906655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1441936">
            <a:off x="9889087" y="383509"/>
            <a:ext cx="1356358" cy="1290381"/>
          </a:xfrm>
          <a:custGeom>
            <a:avLst/>
            <a:gdLst/>
            <a:ahLst/>
            <a:cxnLst/>
            <a:rect l="l" t="t" r="r" b="b"/>
            <a:pathLst>
              <a:path w="1356358" h="1290381">
                <a:moveTo>
                  <a:pt x="0" y="0"/>
                </a:moveTo>
                <a:lnTo>
                  <a:pt x="1356358" y="0"/>
                </a:lnTo>
                <a:lnTo>
                  <a:pt x="1356358" y="1290382"/>
                </a:lnTo>
                <a:lnTo>
                  <a:pt x="0" y="1290382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32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 rot="-477320">
            <a:off x="-795196" y="336509"/>
            <a:ext cx="18977927" cy="8625468"/>
            <a:chOff x="0" y="0"/>
            <a:chExt cx="7620000" cy="3463290"/>
          </a:xfrm>
        </p:grpSpPr>
        <p:sp>
          <p:nvSpPr>
            <p:cNvPr id="3" name="Freeform 3"/>
            <p:cNvSpPr/>
            <p:nvPr/>
          </p:nvSpPr>
          <p:spPr>
            <a:xfrm>
              <a:off x="466090" y="466090"/>
              <a:ext cx="6687820" cy="2531110"/>
            </a:xfrm>
            <a:custGeom>
              <a:avLst/>
              <a:gdLst/>
              <a:ahLst/>
              <a:cxnLst/>
              <a:rect l="l" t="t" r="r" b="b"/>
              <a:pathLst>
                <a:path w="6687820" h="2531110">
                  <a:moveTo>
                    <a:pt x="0" y="0"/>
                  </a:moveTo>
                  <a:lnTo>
                    <a:pt x="0" y="2531110"/>
                  </a:lnTo>
                  <a:lnTo>
                    <a:pt x="6687820" y="2531110"/>
                  </a:lnTo>
                  <a:lnTo>
                    <a:pt x="6687820" y="0"/>
                  </a:lnTo>
                  <a:close/>
                </a:path>
              </a:pathLst>
            </a:custGeom>
            <a:solidFill>
              <a:srgbClr val="FFF7ED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7620000" cy="3462020"/>
            </a:xfrm>
            <a:custGeom>
              <a:avLst/>
              <a:gdLst/>
              <a:ahLst/>
              <a:cxnLst/>
              <a:rect l="l" t="t" r="r" b="b"/>
              <a:pathLst>
                <a:path w="7620000" h="3462020">
                  <a:moveTo>
                    <a:pt x="388620" y="388620"/>
                  </a:moveTo>
                  <a:lnTo>
                    <a:pt x="388620" y="3074670"/>
                  </a:lnTo>
                  <a:lnTo>
                    <a:pt x="7231380" y="3074670"/>
                  </a:lnTo>
                  <a:lnTo>
                    <a:pt x="7231380" y="388620"/>
                  </a:lnTo>
                  <a:lnTo>
                    <a:pt x="388620" y="388620"/>
                  </a:lnTo>
                  <a:close/>
                  <a:moveTo>
                    <a:pt x="201930" y="0"/>
                  </a:moveTo>
                  <a:lnTo>
                    <a:pt x="490220" y="0"/>
                  </a:lnTo>
                  <a:cubicBezTo>
                    <a:pt x="490220" y="111760"/>
                    <a:pt x="580390" y="201930"/>
                    <a:pt x="692150" y="201930"/>
                  </a:cubicBezTo>
                  <a:cubicBezTo>
                    <a:pt x="803910" y="201930"/>
                    <a:pt x="895350" y="111760"/>
                    <a:pt x="895350" y="0"/>
                  </a:cubicBezTo>
                  <a:lnTo>
                    <a:pt x="1183640" y="0"/>
                  </a:lnTo>
                  <a:cubicBezTo>
                    <a:pt x="1183640" y="111760"/>
                    <a:pt x="1273810" y="201930"/>
                    <a:pt x="1385570" y="201930"/>
                  </a:cubicBezTo>
                  <a:cubicBezTo>
                    <a:pt x="1497330" y="201930"/>
                    <a:pt x="1587500" y="111760"/>
                    <a:pt x="1587500" y="0"/>
                  </a:cubicBezTo>
                  <a:lnTo>
                    <a:pt x="1875790" y="0"/>
                  </a:lnTo>
                  <a:cubicBezTo>
                    <a:pt x="1875790" y="111760"/>
                    <a:pt x="1965960" y="201930"/>
                    <a:pt x="2077720" y="201930"/>
                  </a:cubicBezTo>
                  <a:cubicBezTo>
                    <a:pt x="2189480" y="201930"/>
                    <a:pt x="2279650" y="111760"/>
                    <a:pt x="2279650" y="0"/>
                  </a:cubicBezTo>
                  <a:lnTo>
                    <a:pt x="2567940" y="0"/>
                  </a:lnTo>
                  <a:cubicBezTo>
                    <a:pt x="2567940" y="111760"/>
                    <a:pt x="2658110" y="201930"/>
                    <a:pt x="2769870" y="201930"/>
                  </a:cubicBezTo>
                  <a:cubicBezTo>
                    <a:pt x="2881630" y="201930"/>
                    <a:pt x="2973070" y="111760"/>
                    <a:pt x="2973070" y="0"/>
                  </a:cubicBezTo>
                  <a:lnTo>
                    <a:pt x="3261360" y="0"/>
                  </a:lnTo>
                  <a:cubicBezTo>
                    <a:pt x="3261360" y="111760"/>
                    <a:pt x="3351530" y="201930"/>
                    <a:pt x="3463290" y="201930"/>
                  </a:cubicBezTo>
                  <a:cubicBezTo>
                    <a:pt x="3575050" y="201930"/>
                    <a:pt x="3665220" y="111760"/>
                    <a:pt x="3665220" y="0"/>
                  </a:cubicBezTo>
                  <a:lnTo>
                    <a:pt x="3953510" y="0"/>
                  </a:lnTo>
                  <a:cubicBezTo>
                    <a:pt x="3953510" y="111760"/>
                    <a:pt x="4043680" y="201930"/>
                    <a:pt x="4155440" y="201930"/>
                  </a:cubicBezTo>
                  <a:cubicBezTo>
                    <a:pt x="4267200" y="201930"/>
                    <a:pt x="4357370" y="111760"/>
                    <a:pt x="4357370" y="0"/>
                  </a:cubicBezTo>
                  <a:lnTo>
                    <a:pt x="4645660" y="0"/>
                  </a:lnTo>
                  <a:cubicBezTo>
                    <a:pt x="4645660" y="111760"/>
                    <a:pt x="4735830" y="201930"/>
                    <a:pt x="4847590" y="201930"/>
                  </a:cubicBezTo>
                  <a:cubicBezTo>
                    <a:pt x="4959350" y="201930"/>
                    <a:pt x="5049520" y="111760"/>
                    <a:pt x="5049520" y="0"/>
                  </a:cubicBezTo>
                  <a:lnTo>
                    <a:pt x="5337810" y="0"/>
                  </a:lnTo>
                  <a:cubicBezTo>
                    <a:pt x="5337810" y="111760"/>
                    <a:pt x="5427980" y="201930"/>
                    <a:pt x="5539740" y="201930"/>
                  </a:cubicBezTo>
                  <a:cubicBezTo>
                    <a:pt x="5651500" y="201930"/>
                    <a:pt x="5741670" y="111760"/>
                    <a:pt x="5741670" y="0"/>
                  </a:cubicBezTo>
                  <a:lnTo>
                    <a:pt x="6032500" y="0"/>
                  </a:lnTo>
                  <a:cubicBezTo>
                    <a:pt x="6032500" y="111760"/>
                    <a:pt x="6122670" y="201930"/>
                    <a:pt x="6234430" y="201930"/>
                  </a:cubicBezTo>
                  <a:cubicBezTo>
                    <a:pt x="6346190" y="201930"/>
                    <a:pt x="6436360" y="111760"/>
                    <a:pt x="6436360" y="0"/>
                  </a:cubicBezTo>
                  <a:lnTo>
                    <a:pt x="6724650" y="0"/>
                  </a:lnTo>
                  <a:cubicBezTo>
                    <a:pt x="6724650" y="111760"/>
                    <a:pt x="6814820" y="201930"/>
                    <a:pt x="6926580" y="201930"/>
                  </a:cubicBezTo>
                  <a:cubicBezTo>
                    <a:pt x="7038341" y="201930"/>
                    <a:pt x="7128510" y="111760"/>
                    <a:pt x="7128510" y="0"/>
                  </a:cubicBezTo>
                  <a:lnTo>
                    <a:pt x="7416800" y="0"/>
                  </a:lnTo>
                  <a:cubicBezTo>
                    <a:pt x="7416800" y="111760"/>
                    <a:pt x="7506970" y="201930"/>
                    <a:pt x="7618730" y="201930"/>
                  </a:cubicBezTo>
                  <a:lnTo>
                    <a:pt x="7618730" y="490220"/>
                  </a:lnTo>
                  <a:cubicBezTo>
                    <a:pt x="7506970" y="490220"/>
                    <a:pt x="7416800" y="580390"/>
                    <a:pt x="7416800" y="692150"/>
                  </a:cubicBezTo>
                  <a:cubicBezTo>
                    <a:pt x="7416800" y="803910"/>
                    <a:pt x="7506970" y="894080"/>
                    <a:pt x="7618730" y="894080"/>
                  </a:cubicBezTo>
                  <a:lnTo>
                    <a:pt x="7618730" y="1182370"/>
                  </a:lnTo>
                  <a:cubicBezTo>
                    <a:pt x="7506970" y="1182370"/>
                    <a:pt x="7416800" y="1272540"/>
                    <a:pt x="7416800" y="1384300"/>
                  </a:cubicBezTo>
                  <a:cubicBezTo>
                    <a:pt x="7416800" y="1496060"/>
                    <a:pt x="7508240" y="1587500"/>
                    <a:pt x="7620000" y="1587500"/>
                  </a:cubicBezTo>
                  <a:lnTo>
                    <a:pt x="7620000" y="1875790"/>
                  </a:lnTo>
                  <a:cubicBezTo>
                    <a:pt x="7508240" y="1875790"/>
                    <a:pt x="7418070" y="1965960"/>
                    <a:pt x="7418070" y="2077720"/>
                  </a:cubicBezTo>
                  <a:cubicBezTo>
                    <a:pt x="7418070" y="2189480"/>
                    <a:pt x="7508239" y="2279650"/>
                    <a:pt x="7620000" y="2279650"/>
                  </a:cubicBezTo>
                  <a:lnTo>
                    <a:pt x="7620000" y="2567940"/>
                  </a:lnTo>
                  <a:cubicBezTo>
                    <a:pt x="7508240" y="2567940"/>
                    <a:pt x="7418070" y="2658110"/>
                    <a:pt x="7418070" y="2769870"/>
                  </a:cubicBezTo>
                  <a:cubicBezTo>
                    <a:pt x="7418070" y="2881630"/>
                    <a:pt x="7508240" y="2971800"/>
                    <a:pt x="7620000" y="2971800"/>
                  </a:cubicBezTo>
                  <a:lnTo>
                    <a:pt x="7620000" y="3260090"/>
                  </a:lnTo>
                  <a:cubicBezTo>
                    <a:pt x="7508240" y="3260090"/>
                    <a:pt x="7418070" y="3350260"/>
                    <a:pt x="7418070" y="3462020"/>
                  </a:cubicBezTo>
                  <a:lnTo>
                    <a:pt x="7129780" y="3462020"/>
                  </a:lnTo>
                  <a:cubicBezTo>
                    <a:pt x="7129780" y="3350260"/>
                    <a:pt x="7039610" y="3260090"/>
                    <a:pt x="6927849" y="3260090"/>
                  </a:cubicBezTo>
                  <a:cubicBezTo>
                    <a:pt x="6816089" y="3260090"/>
                    <a:pt x="6725919" y="3350260"/>
                    <a:pt x="6725919" y="3462020"/>
                  </a:cubicBezTo>
                  <a:lnTo>
                    <a:pt x="6437629" y="3462020"/>
                  </a:lnTo>
                  <a:cubicBezTo>
                    <a:pt x="6437629" y="3350260"/>
                    <a:pt x="6347459" y="3260090"/>
                    <a:pt x="6235699" y="3260090"/>
                  </a:cubicBezTo>
                  <a:cubicBezTo>
                    <a:pt x="6123939" y="3260090"/>
                    <a:pt x="6033769" y="3350260"/>
                    <a:pt x="6033769" y="3462020"/>
                  </a:cubicBezTo>
                  <a:lnTo>
                    <a:pt x="5745479" y="3462020"/>
                  </a:lnTo>
                  <a:cubicBezTo>
                    <a:pt x="5745479" y="3350260"/>
                    <a:pt x="5655309" y="3260090"/>
                    <a:pt x="5543549" y="3260090"/>
                  </a:cubicBezTo>
                  <a:cubicBezTo>
                    <a:pt x="5431789" y="3260090"/>
                    <a:pt x="5341619" y="3350260"/>
                    <a:pt x="5341619" y="3462020"/>
                  </a:cubicBezTo>
                  <a:lnTo>
                    <a:pt x="5053329" y="3462020"/>
                  </a:lnTo>
                  <a:cubicBezTo>
                    <a:pt x="5053329" y="3350260"/>
                    <a:pt x="4963159" y="3260090"/>
                    <a:pt x="4851399" y="3260090"/>
                  </a:cubicBezTo>
                  <a:cubicBezTo>
                    <a:pt x="4739639" y="3260090"/>
                    <a:pt x="4649469" y="3350260"/>
                    <a:pt x="4649469" y="3462020"/>
                  </a:cubicBezTo>
                  <a:lnTo>
                    <a:pt x="4361179" y="3462020"/>
                  </a:lnTo>
                  <a:cubicBezTo>
                    <a:pt x="4361179" y="3350260"/>
                    <a:pt x="4271009" y="3260090"/>
                    <a:pt x="4159249" y="3260090"/>
                  </a:cubicBezTo>
                  <a:cubicBezTo>
                    <a:pt x="4047489" y="3260090"/>
                    <a:pt x="3957319" y="3350260"/>
                    <a:pt x="3957319" y="3462020"/>
                  </a:cubicBezTo>
                  <a:lnTo>
                    <a:pt x="3669029" y="3462020"/>
                  </a:lnTo>
                  <a:cubicBezTo>
                    <a:pt x="3669029" y="3350260"/>
                    <a:pt x="3578859" y="3260090"/>
                    <a:pt x="3467099" y="3260090"/>
                  </a:cubicBezTo>
                  <a:cubicBezTo>
                    <a:pt x="3355339" y="3260090"/>
                    <a:pt x="3265169" y="3350260"/>
                    <a:pt x="3265169" y="3462020"/>
                  </a:cubicBezTo>
                  <a:lnTo>
                    <a:pt x="2976879" y="3462020"/>
                  </a:lnTo>
                  <a:cubicBezTo>
                    <a:pt x="2976879" y="3350260"/>
                    <a:pt x="2886709" y="3260090"/>
                    <a:pt x="2774949" y="3260090"/>
                  </a:cubicBezTo>
                  <a:cubicBezTo>
                    <a:pt x="2663189" y="3260090"/>
                    <a:pt x="2573019" y="3350260"/>
                    <a:pt x="2573019" y="3462020"/>
                  </a:cubicBezTo>
                  <a:lnTo>
                    <a:pt x="2284729" y="3462020"/>
                  </a:lnTo>
                  <a:cubicBezTo>
                    <a:pt x="2284729" y="3350260"/>
                    <a:pt x="2194559" y="3260090"/>
                    <a:pt x="2082799" y="3260090"/>
                  </a:cubicBezTo>
                  <a:cubicBezTo>
                    <a:pt x="1971039" y="3260090"/>
                    <a:pt x="1880869" y="3350260"/>
                    <a:pt x="1880869" y="3462020"/>
                  </a:cubicBezTo>
                  <a:lnTo>
                    <a:pt x="1587500" y="3462020"/>
                  </a:lnTo>
                  <a:cubicBezTo>
                    <a:pt x="1587500" y="3350260"/>
                    <a:pt x="1497330" y="3260090"/>
                    <a:pt x="1385570" y="3260090"/>
                  </a:cubicBezTo>
                  <a:cubicBezTo>
                    <a:pt x="1273810" y="3260090"/>
                    <a:pt x="1183640" y="3350260"/>
                    <a:pt x="1183640" y="3462020"/>
                  </a:cubicBezTo>
                  <a:lnTo>
                    <a:pt x="895350" y="3462020"/>
                  </a:lnTo>
                  <a:cubicBezTo>
                    <a:pt x="895350" y="3350260"/>
                    <a:pt x="805180" y="3260090"/>
                    <a:pt x="693420" y="3260090"/>
                  </a:cubicBezTo>
                  <a:cubicBezTo>
                    <a:pt x="581660" y="3260090"/>
                    <a:pt x="491490" y="3350260"/>
                    <a:pt x="491490" y="3462020"/>
                  </a:cubicBezTo>
                  <a:lnTo>
                    <a:pt x="201930" y="3462020"/>
                  </a:lnTo>
                  <a:cubicBezTo>
                    <a:pt x="201930" y="3350260"/>
                    <a:pt x="111760" y="3260090"/>
                    <a:pt x="0" y="3260090"/>
                  </a:cubicBezTo>
                  <a:lnTo>
                    <a:pt x="0" y="2971800"/>
                  </a:lnTo>
                  <a:cubicBezTo>
                    <a:pt x="111760" y="2971800"/>
                    <a:pt x="201930" y="2881630"/>
                    <a:pt x="201930" y="2769870"/>
                  </a:cubicBezTo>
                  <a:cubicBezTo>
                    <a:pt x="201930" y="2658110"/>
                    <a:pt x="111760" y="2567940"/>
                    <a:pt x="0" y="2567940"/>
                  </a:cubicBezTo>
                  <a:lnTo>
                    <a:pt x="0" y="2279650"/>
                  </a:lnTo>
                  <a:cubicBezTo>
                    <a:pt x="111760" y="2279650"/>
                    <a:pt x="201930" y="2189480"/>
                    <a:pt x="201930" y="2077720"/>
                  </a:cubicBezTo>
                  <a:cubicBezTo>
                    <a:pt x="201930" y="1965960"/>
                    <a:pt x="111760" y="1875790"/>
                    <a:pt x="0" y="1875790"/>
                  </a:cubicBezTo>
                  <a:lnTo>
                    <a:pt x="0" y="1587500"/>
                  </a:lnTo>
                  <a:cubicBezTo>
                    <a:pt x="111760" y="1587500"/>
                    <a:pt x="201930" y="1497330"/>
                    <a:pt x="201930" y="1385570"/>
                  </a:cubicBezTo>
                  <a:cubicBezTo>
                    <a:pt x="201930" y="1273810"/>
                    <a:pt x="111760" y="1183640"/>
                    <a:pt x="0" y="1183640"/>
                  </a:cubicBezTo>
                  <a:lnTo>
                    <a:pt x="0" y="895350"/>
                  </a:lnTo>
                  <a:cubicBezTo>
                    <a:pt x="111760" y="895350"/>
                    <a:pt x="201930" y="805180"/>
                    <a:pt x="201930" y="693420"/>
                  </a:cubicBezTo>
                  <a:cubicBezTo>
                    <a:pt x="201930" y="581660"/>
                    <a:pt x="111760" y="490220"/>
                    <a:pt x="0" y="490220"/>
                  </a:cubicBezTo>
                  <a:lnTo>
                    <a:pt x="0" y="201930"/>
                  </a:lnTo>
                  <a:cubicBezTo>
                    <a:pt x="111760" y="201930"/>
                    <a:pt x="201930" y="111760"/>
                    <a:pt x="201930" y="0"/>
                  </a:cubicBezTo>
                  <a:close/>
                </a:path>
              </a:pathLst>
            </a:custGeom>
            <a:solidFill>
              <a:srgbClr val="FFBE24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370840" y="370840"/>
              <a:ext cx="6878320" cy="2721610"/>
            </a:xfrm>
            <a:custGeom>
              <a:avLst/>
              <a:gdLst/>
              <a:ahLst/>
              <a:cxnLst/>
              <a:rect l="l" t="t" r="r" b="b"/>
              <a:pathLst>
                <a:path w="6878320" h="2721610">
                  <a:moveTo>
                    <a:pt x="0" y="0"/>
                  </a:moveTo>
                  <a:lnTo>
                    <a:pt x="0" y="2721610"/>
                  </a:lnTo>
                  <a:lnTo>
                    <a:pt x="6878320" y="2721610"/>
                  </a:lnTo>
                  <a:lnTo>
                    <a:pt x="6878320" y="0"/>
                  </a:lnTo>
                  <a:lnTo>
                    <a:pt x="0" y="0"/>
                  </a:lnTo>
                  <a:close/>
                  <a:moveTo>
                    <a:pt x="113030" y="2608580"/>
                  </a:moveTo>
                  <a:lnTo>
                    <a:pt x="113030" y="113030"/>
                  </a:lnTo>
                  <a:lnTo>
                    <a:pt x="6765290" y="113030"/>
                  </a:lnTo>
                  <a:lnTo>
                    <a:pt x="6765290" y="2608580"/>
                  </a:lnTo>
                  <a:lnTo>
                    <a:pt x="113030" y="2608580"/>
                  </a:lnTo>
                  <a:close/>
                </a:path>
              </a:pathLst>
            </a:custGeom>
            <a:solidFill>
              <a:srgbClr val="D64946"/>
            </a:solidFill>
          </p:spPr>
        </p:sp>
      </p:grpSp>
      <p:sp>
        <p:nvSpPr>
          <p:cNvPr id="6" name="Freeform 6"/>
          <p:cNvSpPr/>
          <p:nvPr/>
        </p:nvSpPr>
        <p:spPr>
          <a:xfrm rot="-638964">
            <a:off x="138013" y="-495875"/>
            <a:ext cx="3242321" cy="3547481"/>
          </a:xfrm>
          <a:custGeom>
            <a:avLst/>
            <a:gdLst/>
            <a:ahLst/>
            <a:cxnLst/>
            <a:rect l="l" t="t" r="r" b="b"/>
            <a:pathLst>
              <a:path w="3242321" h="3547481">
                <a:moveTo>
                  <a:pt x="0" y="0"/>
                </a:moveTo>
                <a:lnTo>
                  <a:pt x="3242321" y="0"/>
                </a:lnTo>
                <a:lnTo>
                  <a:pt x="3242321" y="3547481"/>
                </a:lnTo>
                <a:lnTo>
                  <a:pt x="0" y="3547481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3130725" y="5559789"/>
            <a:ext cx="4789404" cy="5354009"/>
          </a:xfrm>
          <a:custGeom>
            <a:avLst/>
            <a:gdLst/>
            <a:ahLst/>
            <a:cxnLst/>
            <a:rect l="l" t="t" r="r" b="b"/>
            <a:pathLst>
              <a:path w="4789404" h="5354009">
                <a:moveTo>
                  <a:pt x="0" y="0"/>
                </a:moveTo>
                <a:lnTo>
                  <a:pt x="4789405" y="0"/>
                </a:lnTo>
                <a:lnTo>
                  <a:pt x="4789405" y="5354008"/>
                </a:lnTo>
                <a:lnTo>
                  <a:pt x="0" y="5354008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print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15596555" y="-622841"/>
            <a:ext cx="3325491" cy="3303082"/>
          </a:xfrm>
          <a:custGeom>
            <a:avLst/>
            <a:gdLst/>
            <a:ahLst/>
            <a:cxnLst/>
            <a:rect l="l" t="t" r="r" b="b"/>
            <a:pathLst>
              <a:path w="3325491" h="3303082">
                <a:moveTo>
                  <a:pt x="0" y="0"/>
                </a:moveTo>
                <a:lnTo>
                  <a:pt x="3325490" y="0"/>
                </a:lnTo>
                <a:lnTo>
                  <a:pt x="3325490" y="3303082"/>
                </a:lnTo>
                <a:lnTo>
                  <a:pt x="0" y="3303082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1072361">
            <a:off x="379007" y="7491784"/>
            <a:ext cx="3860862" cy="2899523"/>
          </a:xfrm>
          <a:custGeom>
            <a:avLst/>
            <a:gdLst/>
            <a:ahLst/>
            <a:cxnLst/>
            <a:rect l="l" t="t" r="r" b="b"/>
            <a:pathLst>
              <a:path w="3860862" h="2899523">
                <a:moveTo>
                  <a:pt x="0" y="0"/>
                </a:moveTo>
                <a:lnTo>
                  <a:pt x="3860862" y="0"/>
                </a:lnTo>
                <a:lnTo>
                  <a:pt x="3860862" y="2899523"/>
                </a:lnTo>
                <a:lnTo>
                  <a:pt x="0" y="2899523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print">
              <a:extLst>
                <a:ext uri="{96DAC541-7B7A-43D3-8B79-37D633B846F1}">
                  <asvg:svgBlip xmlns=""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10531634" y="6473224"/>
            <a:ext cx="2800799" cy="4559580"/>
          </a:xfrm>
          <a:custGeom>
            <a:avLst/>
            <a:gdLst/>
            <a:ahLst/>
            <a:cxnLst/>
            <a:rect l="l" t="t" r="r" b="b"/>
            <a:pathLst>
              <a:path w="2800799" h="4559580">
                <a:moveTo>
                  <a:pt x="0" y="0"/>
                </a:moveTo>
                <a:lnTo>
                  <a:pt x="2800798" y="0"/>
                </a:lnTo>
                <a:lnTo>
                  <a:pt x="2800798" y="4559580"/>
                </a:lnTo>
                <a:lnTo>
                  <a:pt x="0" y="4559580"/>
                </a:lnTo>
                <a:lnTo>
                  <a:pt x="0" y="0"/>
                </a:lnTo>
                <a:close/>
              </a:path>
            </a:pathLst>
          </a:custGeom>
          <a:blipFill>
            <a:blip r:embed="rId10" cstate="print">
              <a:extLst>
                <a:ext uri="{96DAC541-7B7A-43D3-8B79-37D633B846F1}">
                  <asvg:svgBlip xmlns=""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 rot="-480313">
            <a:off x="1764956" y="3322960"/>
            <a:ext cx="13889623" cy="2343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846"/>
              </a:lnSpc>
            </a:pPr>
            <a:r>
              <a:rPr lang="en-US" sz="16996">
                <a:solidFill>
                  <a:srgbClr val="713935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THANK YOU</a:t>
            </a:r>
          </a:p>
        </p:txBody>
      </p:sp>
      <p:sp>
        <p:nvSpPr>
          <p:cNvPr id="12" name="TextBox 12"/>
          <p:cNvSpPr txBox="1"/>
          <p:nvPr/>
        </p:nvSpPr>
        <p:spPr>
          <a:xfrm rot="-464530">
            <a:off x="4598629" y="5794270"/>
            <a:ext cx="8180268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4000">
                <a:solidFill>
                  <a:srgbClr val="4C4C4C"/>
                </a:solidFill>
                <a:latin typeface="TT Fors"/>
                <a:ea typeface="TT Fors"/>
                <a:cs typeface="TT Fors"/>
                <a:sym typeface="TT Fors"/>
              </a:rPr>
              <a:t>For Your Attention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492</Words>
  <Application>Microsoft Office PowerPoint</Application>
  <PresentationFormat>Custom</PresentationFormat>
  <Paragraphs>130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Arial Black</vt:lpstr>
      <vt:lpstr>Berthold Block</vt:lpstr>
      <vt:lpstr>TT Fors</vt:lpstr>
      <vt:lpstr>Calibri</vt:lpstr>
      <vt:lpstr>Wingdings</vt:lpstr>
      <vt:lpstr>Bahnschrift SemiBold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 and Yellow Illustration Group Project Presentation</dc:title>
  <dc:creator>Sailesh</dc:creator>
  <cp:lastModifiedBy>Sailesh</cp:lastModifiedBy>
  <cp:revision>3</cp:revision>
  <dcterms:created xsi:type="dcterms:W3CDTF">2006-08-16T00:00:00Z</dcterms:created>
  <dcterms:modified xsi:type="dcterms:W3CDTF">2026-06-02T09:14:52Z</dcterms:modified>
  <dc:identifier>DAHLZ35q9_I</dc:identifier>
</cp:coreProperties>
</file>